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1" r:id="rId1"/>
  </p:sld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990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119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701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659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316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446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009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987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679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528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9/23/25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396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04" r:id="rId5"/>
    <p:sldLayoutId id="2147483810" r:id="rId6"/>
    <p:sldLayoutId id="2147483805" r:id="rId7"/>
    <p:sldLayoutId id="2147483806" r:id="rId8"/>
    <p:sldLayoutId id="2147483807" r:id="rId9"/>
    <p:sldLayoutId id="2147483809" r:id="rId10"/>
    <p:sldLayoutId id="2147483808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spotify.com/documentation/web-api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8BEC44CD-E290-4D60-A056-5BA05B18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4" name="Picture 3" descr="Абстрактный акварельный рисунок в синих цветах на белом фоне">
            <a:extLst>
              <a:ext uri="{FF2B5EF4-FFF2-40B4-BE49-F238E27FC236}">
                <a16:creationId xmlns:a16="http://schemas.microsoft.com/office/drawing/2014/main" id="{47A9B136-445D-24E9-D1A9-56FF3A02BC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4645" b="1085"/>
          <a:stretch>
            <a:fillRect/>
          </a:stretch>
        </p:blipFill>
        <p:spPr>
          <a:xfrm>
            <a:off x="-2" y="-4"/>
            <a:ext cx="12192001" cy="685800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513311-9B27-FF4E-921B-3D19336377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5021182" cy="2450592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ru-RU" sz="3800">
                <a:solidFill>
                  <a:srgbClr val="FFFFFF"/>
                </a:solidFill>
              </a:rPr>
              <a:t>Граф знаний для персонализированных музыкальных рекомендаций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736F75B-B787-E8A1-C985-2A931F76B1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52366" y="4017818"/>
            <a:ext cx="5040785" cy="1828799"/>
          </a:xfrm>
        </p:spPr>
        <p:txBody>
          <a:bodyPr anchor="b">
            <a:normAutofit/>
          </a:bodyPr>
          <a:lstStyle/>
          <a:p>
            <a:r>
              <a:rPr lang="ru-RU" sz="2400">
                <a:solidFill>
                  <a:srgbClr val="FFFFFF"/>
                </a:solidFill>
              </a:rPr>
              <a:t>Тукаев Роберт</a:t>
            </a:r>
          </a:p>
          <a:p>
            <a:r>
              <a:rPr lang="ru-RU" sz="2400">
                <a:solidFill>
                  <a:srgbClr val="FFFFFF"/>
                </a:solidFill>
              </a:rPr>
              <a:t>Метель Леонард </a:t>
            </a:r>
          </a:p>
          <a:p>
            <a:r>
              <a:rPr lang="ru-RU" sz="2400">
                <a:solidFill>
                  <a:srgbClr val="FFFFFF"/>
                </a:solidFill>
              </a:rPr>
              <a:t>Зиятдинов Карим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4039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5075FA-1FB8-8A47-5349-17825529A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C71AFC83-43DA-2361-0668-F0E67D9E9A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3C6FD9-0DAA-3194-89D1-6A5154EE15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4642896" cy="3949493"/>
          </a:xfrm>
        </p:spPr>
        <p:txBody>
          <a:bodyPr anchor="t">
            <a:normAutofit/>
          </a:bodyPr>
          <a:lstStyle/>
          <a:p>
            <a:r>
              <a:rPr lang="ru-RU" sz="6600"/>
              <a:t>Проблема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2D892D9-A3A1-199C-2C5E-FE3FFC933C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5002306"/>
            <a:ext cx="4688383" cy="1343703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1500"/>
              <a:t>При поиске новой музыки нам приходится отсеивать огромное количество треков, которые нам не нравятся. С помощью такого графа можно избавить слушателей от большой части такой музыки разом.  </a:t>
            </a: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F35EA8DD-92F5-E06C-4DEE-B7AB507CC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4" name="Picture 3" descr="Абстрактный акварельный рисунок в синих цветах на белом фоне">
            <a:extLst>
              <a:ext uri="{FF2B5EF4-FFF2-40B4-BE49-F238E27FC236}">
                <a16:creationId xmlns:a16="http://schemas.microsoft.com/office/drawing/2014/main" id="{5A5004C3-813F-B15C-41C3-9E2A95A584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688" r="16574" b="1"/>
          <a:stretch>
            <a:fillRect/>
          </a:stretch>
        </p:blipFill>
        <p:spPr>
          <a:xfrm>
            <a:off x="5646853" y="965741"/>
            <a:ext cx="6024232" cy="5380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848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89E4D5-BFAF-2CA2-B7C5-6BF5914D7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CE2E5D-6300-B268-090A-15B85243D0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5020056" cy="166420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Источники</a:t>
            </a:r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данных</a:t>
            </a:r>
            <a:br>
              <a:rPr lang="ru-RU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1400" dirty="0">
                <a:effectLst/>
              </a:rPr>
              <a:t>Api </a:t>
            </a:r>
            <a:r>
              <a:rPr lang="ru-RU" sz="1400" dirty="0">
                <a:effectLst/>
              </a:rPr>
              <a:t>музыкальных платформ и открытые </a:t>
            </a:r>
            <a:r>
              <a:rPr lang="ru-RU" sz="1400" dirty="0" err="1">
                <a:effectLst/>
              </a:rPr>
              <a:t>датасеты</a:t>
            </a:r>
            <a:br>
              <a:rPr lang="ru-RU" sz="1200" dirty="0">
                <a:effectLst/>
              </a:rPr>
            </a:br>
            <a:endParaRPr lang="en-US" sz="4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3367C65-B72C-202E-98A7-9B20F8F2F5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7" y="508090"/>
            <a:ext cx="5020056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E558C32-DE71-E6B3-A032-D3EA9CB0FC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66463" y="611650"/>
            <a:ext cx="5504688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24" name="Picture 3" descr="Абстрактный акварельный рисунок в синих цветах на белом фоне">
            <a:extLst>
              <a:ext uri="{FF2B5EF4-FFF2-40B4-BE49-F238E27FC236}">
                <a16:creationId xmlns:a16="http://schemas.microsoft.com/office/drawing/2014/main" id="{D74124D0-D9C5-9A01-8CA9-880240D823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569" b="1"/>
          <a:stretch>
            <a:fillRect/>
          </a:stretch>
        </p:blipFill>
        <p:spPr>
          <a:xfrm>
            <a:off x="517867" y="2834640"/>
            <a:ext cx="5020056" cy="3511296"/>
          </a:xfrm>
          <a:prstGeom prst="rect">
            <a:avLst/>
          </a:prstGeom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9A21F78-BF4A-CB84-10B3-48E35B3649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63056" y="978408"/>
            <a:ext cx="5504688" cy="5367528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endParaRPr lang="ru-RU" dirty="0">
              <a:effectLst/>
            </a:endParaRPr>
          </a:p>
          <a:p>
            <a:pPr indent="-228600">
              <a:buFont typeface="Arial" panose="020B0604020202020204" pitchFamily="34" charset="0"/>
              <a:buChar char="•"/>
            </a:pPr>
            <a:endParaRPr lang="ru-RU" dirty="0"/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https://</a:t>
            </a:r>
            <a:r>
              <a:rPr lang="en-US" dirty="0" err="1">
                <a:effectLst/>
              </a:rPr>
              <a:t>www.last.fm</a:t>
            </a:r>
            <a:r>
              <a:rPr lang="en-US" dirty="0">
                <a:effectLst/>
              </a:rPr>
              <a:t>/</a:t>
            </a:r>
            <a:r>
              <a:rPr lang="en-US" dirty="0" err="1">
                <a:effectLst/>
              </a:rPr>
              <a:t>api</a:t>
            </a:r>
            <a:endParaRPr lang="en-US" dirty="0">
              <a:effectLst/>
            </a:endParaRP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>
                <a:effectLst/>
                <a:hlinkClick r:id="rId3"/>
              </a:rPr>
              <a:t>https://developer.spotify.com/documentation/web-api</a:t>
            </a:r>
            <a:endParaRPr lang="ru-RU" dirty="0">
              <a:effectLst/>
            </a:endParaRP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https://</a:t>
            </a:r>
            <a:r>
              <a:rPr lang="en-US" dirty="0" err="1">
                <a:effectLst/>
              </a:rPr>
              <a:t>musicbrainz.org</a:t>
            </a:r>
            <a:r>
              <a:rPr lang="en-US" dirty="0">
                <a:effectLst/>
              </a:rPr>
              <a:t>/doc/</a:t>
            </a:r>
            <a:r>
              <a:rPr lang="en-US" dirty="0" err="1">
                <a:effectLst/>
              </a:rPr>
              <a:t>MusicBrainz_API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0226260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84</Words>
  <Application>Microsoft Macintosh PowerPoint</Application>
  <PresentationFormat>Широкоэкранный</PresentationFormat>
  <Paragraphs>12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6" baseType="lpstr">
      <vt:lpstr>Arial</vt:lpstr>
      <vt:lpstr>Bierstadt</vt:lpstr>
      <vt:lpstr>GestaltVTI</vt:lpstr>
      <vt:lpstr>Граф знаний для персонализированных музыкальных рекомендаций</vt:lpstr>
      <vt:lpstr>Проблема</vt:lpstr>
      <vt:lpstr>Источники данных Api музыкальных платформ и открытые датасеты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Метель Леонард Валерьевич</dc:creator>
  <cp:lastModifiedBy>Метель Леонард Валерьевич</cp:lastModifiedBy>
  <cp:revision>1</cp:revision>
  <dcterms:created xsi:type="dcterms:W3CDTF">2025-09-23T07:33:35Z</dcterms:created>
  <dcterms:modified xsi:type="dcterms:W3CDTF">2025-09-23T08:18:40Z</dcterms:modified>
</cp:coreProperties>
</file>