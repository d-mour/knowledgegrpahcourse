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Raleway"/>
      <p:regular r:id="rId9"/>
      <p:bold r:id="rId10"/>
      <p:italic r:id="rId11"/>
      <p:boldItalic r:id="rId12"/>
    </p:embeddedFont>
    <p:embeddedFont>
      <p:font typeface="La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aleway-italic.fntdata"/><Relationship Id="rId10" Type="http://schemas.openxmlformats.org/officeDocument/2006/relationships/font" Target="fonts/Raleway-bold.fntdata"/><Relationship Id="rId13" Type="http://schemas.openxmlformats.org/officeDocument/2006/relationships/font" Target="fonts/Lato-regular.fntdata"/><Relationship Id="rId12" Type="http://schemas.openxmlformats.org/officeDocument/2006/relationships/font" Target="fonts/Raleway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aleway-regular.fntdata"/><Relationship Id="rId15" Type="http://schemas.openxmlformats.org/officeDocument/2006/relationships/font" Target="fonts/Lato-italic.fntdata"/><Relationship Id="rId14" Type="http://schemas.openxmlformats.org/officeDocument/2006/relationships/font" Target="fonts/Lato-bold.fntdata"/><Relationship Id="rId16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8c7c1fec1f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8c7c1fec1f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8c7c1fec1f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8c7c1fec1f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Графы знаний. Компетентностные вопросы и онтология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5" y="3172900"/>
            <a:ext cx="7688100" cy="81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Студенты группы P3309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Кулагин Вячеслав Дмитриевич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Ребрый Егор Сергеевич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Компетентностные вопросы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ru" sz="1600"/>
              <a:t>Какой тип ресурса стоит производить больше остальных при игре за правителя X?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ru" sz="1600"/>
              <a:t>У каких правителей есть явно выраженная предрасположенность к X победе? (религию, науку, культуру, войну)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ru" sz="1600"/>
              <a:t>Какие сооружения (здания или районы) усиливаются способностями правителя X?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ru" sz="1600"/>
              <a:t>Какие правители имеют предрасположенность к нескольким типам победы?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ru" sz="1600"/>
              <a:t>У каких цивилизаций есть явно выраженная предрасположенность к X победе?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Онтология</a:t>
            </a:r>
            <a:endParaRPr/>
          </a:p>
        </p:txBody>
      </p:sp>
      <p:pic>
        <p:nvPicPr>
          <p:cNvPr id="99" name="Google Shape;9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6388" y="504825"/>
            <a:ext cx="4714875" cy="413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