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322" r:id="rId5"/>
    <p:sldId id="321" r:id="rId6"/>
    <p:sldId id="323" r:id="rId7"/>
    <p:sldId id="324" r:id="rId8"/>
    <p:sldId id="325" r:id="rId9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B8BF"/>
    <a:srgbClr val="5869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93DECF-5883-4462-AE0E-A50486C35114}" v="1" dt="2025-09-15T11:05:41.821"/>
    <p1510:client id="{9C2A1852-1CF1-4CE1-9FBF-D96C9685465A}" v="7" dt="2025-09-15T16:48:58.231"/>
  </p1510:revLst>
</p1510:revInfo>
</file>

<file path=ppt/tableStyles.xml><?xml version="1.0" encoding="utf-8"?>
<a:tblStyleLst xmlns:a="http://schemas.openxmlformats.org/drawingml/2006/main" def="{0E3FDE45-AF77-4B5C-9715-49D594BDF05E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70" autoAdjust="0"/>
    <p:restoredTop sz="95350" autoAdjust="0"/>
  </p:normalViewPr>
  <p:slideViewPr>
    <p:cSldViewPr snapToGrid="0">
      <p:cViewPr>
        <p:scale>
          <a:sx n="85" d="100"/>
          <a:sy n="85" d="100"/>
        </p:scale>
        <p:origin x="1824" y="832"/>
      </p:cViewPr>
      <p:guideLst/>
    </p:cSldViewPr>
  </p:slideViewPr>
  <p:outlineViewPr>
    <p:cViewPr>
      <p:scale>
        <a:sx n="33" d="100"/>
        <a:sy n="33" d="100"/>
      </p:scale>
      <p:origin x="0" y="-77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882" y="144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Ирина Волкова" userId="de8f34410bae404a" providerId="LiveId" clId="{28F9D5EE-D26B-4668-A6D7-2D29EF661884}"/>
    <pc:docChg chg="undo custSel modSld">
      <pc:chgData name="Ирина Волкова" userId="de8f34410bae404a" providerId="LiveId" clId="{28F9D5EE-D26B-4668-A6D7-2D29EF661884}" dt="2025-09-15T16:49:11.245" v="259" actId="20577"/>
      <pc:docMkLst>
        <pc:docMk/>
      </pc:docMkLst>
      <pc:sldChg chg="modSp mod">
        <pc:chgData name="Ирина Волкова" userId="de8f34410bae404a" providerId="LiveId" clId="{28F9D5EE-D26B-4668-A6D7-2D29EF661884}" dt="2025-09-15T16:46:38.423" v="212" actId="20577"/>
        <pc:sldMkLst>
          <pc:docMk/>
          <pc:sldMk cId="1607455252" sldId="321"/>
        </pc:sldMkLst>
        <pc:spChg chg="mod">
          <ac:chgData name="Ирина Волкова" userId="de8f34410bae404a" providerId="LiveId" clId="{28F9D5EE-D26B-4668-A6D7-2D29EF661884}" dt="2025-09-15T16:46:16.314" v="184" actId="20577"/>
          <ac:spMkLst>
            <pc:docMk/>
            <pc:sldMk cId="1607455252" sldId="321"/>
            <ac:spMk id="2" creationId="{2CD97761-0B88-A5E8-0B78-C39173D05F4D}"/>
          </ac:spMkLst>
        </pc:spChg>
        <pc:spChg chg="mod">
          <ac:chgData name="Ирина Волкова" userId="de8f34410bae404a" providerId="LiveId" clId="{28F9D5EE-D26B-4668-A6D7-2D29EF661884}" dt="2025-09-15T16:46:38.423" v="212" actId="20577"/>
          <ac:spMkLst>
            <pc:docMk/>
            <pc:sldMk cId="1607455252" sldId="321"/>
            <ac:spMk id="3" creationId="{02BA04E6-CD61-B962-4287-DEC1993C32D6}"/>
          </ac:spMkLst>
        </pc:spChg>
      </pc:sldChg>
      <pc:sldChg chg="modSp mod">
        <pc:chgData name="Ирина Волкова" userId="de8f34410bae404a" providerId="LiveId" clId="{28F9D5EE-D26B-4668-A6D7-2D29EF661884}" dt="2025-09-15T16:45:37.665" v="180" actId="20577"/>
        <pc:sldMkLst>
          <pc:docMk/>
          <pc:sldMk cId="3378822495" sldId="322"/>
        </pc:sldMkLst>
        <pc:spChg chg="mod">
          <ac:chgData name="Ирина Волкова" userId="de8f34410bae404a" providerId="LiveId" clId="{28F9D5EE-D26B-4668-A6D7-2D29EF661884}" dt="2025-09-15T16:45:05.260" v="119" actId="20577"/>
          <ac:spMkLst>
            <pc:docMk/>
            <pc:sldMk cId="3378822495" sldId="322"/>
            <ac:spMk id="2" creationId="{75454C9E-20FB-B999-9303-C71D1334BAD7}"/>
          </ac:spMkLst>
        </pc:spChg>
        <pc:spChg chg="mod">
          <ac:chgData name="Ирина Волкова" userId="de8f34410bae404a" providerId="LiveId" clId="{28F9D5EE-D26B-4668-A6D7-2D29EF661884}" dt="2025-09-15T16:45:37.665" v="180" actId="20577"/>
          <ac:spMkLst>
            <pc:docMk/>
            <pc:sldMk cId="3378822495" sldId="322"/>
            <ac:spMk id="3" creationId="{52C17514-E1CD-E2A0-6FE2-1FE2B4F6529D}"/>
          </ac:spMkLst>
        </pc:spChg>
      </pc:sldChg>
      <pc:sldChg chg="modSp mod">
        <pc:chgData name="Ирина Волкова" userId="de8f34410bae404a" providerId="LiveId" clId="{28F9D5EE-D26B-4668-A6D7-2D29EF661884}" dt="2025-09-15T16:47:12.413" v="220" actId="5793"/>
        <pc:sldMkLst>
          <pc:docMk/>
          <pc:sldMk cId="2196225423" sldId="323"/>
        </pc:sldMkLst>
        <pc:spChg chg="mod">
          <ac:chgData name="Ирина Волкова" userId="de8f34410bae404a" providerId="LiveId" clId="{28F9D5EE-D26B-4668-A6D7-2D29EF661884}" dt="2025-09-15T16:47:03.443" v="218" actId="20577"/>
          <ac:spMkLst>
            <pc:docMk/>
            <pc:sldMk cId="2196225423" sldId="323"/>
            <ac:spMk id="2" creationId="{DD770AB2-FBF2-0DDD-2579-2D77F4E23035}"/>
          </ac:spMkLst>
        </pc:spChg>
        <pc:spChg chg="mod">
          <ac:chgData name="Ирина Волкова" userId="de8f34410bae404a" providerId="LiveId" clId="{28F9D5EE-D26B-4668-A6D7-2D29EF661884}" dt="2025-09-15T16:47:12.413" v="220" actId="5793"/>
          <ac:spMkLst>
            <pc:docMk/>
            <pc:sldMk cId="2196225423" sldId="323"/>
            <ac:spMk id="3" creationId="{6368D6F3-0D39-427D-4C1E-9C1DC20F4B5F}"/>
          </ac:spMkLst>
        </pc:spChg>
      </pc:sldChg>
      <pc:sldChg chg="modSp mod">
        <pc:chgData name="Ирина Волкова" userId="de8f34410bae404a" providerId="LiveId" clId="{28F9D5EE-D26B-4668-A6D7-2D29EF661884}" dt="2025-09-15T16:48:36.305" v="250" actId="20577"/>
        <pc:sldMkLst>
          <pc:docMk/>
          <pc:sldMk cId="1337093783" sldId="324"/>
        </pc:sldMkLst>
        <pc:spChg chg="mod">
          <ac:chgData name="Ирина Волкова" userId="de8f34410bae404a" providerId="LiveId" clId="{28F9D5EE-D26B-4668-A6D7-2D29EF661884}" dt="2025-09-15T16:47:41.273" v="228" actId="20577"/>
          <ac:spMkLst>
            <pc:docMk/>
            <pc:sldMk cId="1337093783" sldId="324"/>
            <ac:spMk id="2" creationId="{62CF83D7-F4BB-1F41-93B5-B2F5F0446611}"/>
          </ac:spMkLst>
        </pc:spChg>
        <pc:spChg chg="mod">
          <ac:chgData name="Ирина Волкова" userId="de8f34410bae404a" providerId="LiveId" clId="{28F9D5EE-D26B-4668-A6D7-2D29EF661884}" dt="2025-09-15T16:48:36.305" v="250" actId="20577"/>
          <ac:spMkLst>
            <pc:docMk/>
            <pc:sldMk cId="1337093783" sldId="324"/>
            <ac:spMk id="3" creationId="{68D66077-4277-725D-C1F3-C8E6814B0E84}"/>
          </ac:spMkLst>
        </pc:spChg>
      </pc:sldChg>
      <pc:sldChg chg="modSp mod">
        <pc:chgData name="Ирина Волкова" userId="de8f34410bae404a" providerId="LiveId" clId="{28F9D5EE-D26B-4668-A6D7-2D29EF661884}" dt="2025-09-15T16:49:11.245" v="259" actId="20577"/>
        <pc:sldMkLst>
          <pc:docMk/>
          <pc:sldMk cId="3587445379" sldId="325"/>
        </pc:sldMkLst>
        <pc:spChg chg="mod">
          <ac:chgData name="Ирина Волкова" userId="de8f34410bae404a" providerId="LiveId" clId="{28F9D5EE-D26B-4668-A6D7-2D29EF661884}" dt="2025-09-15T16:49:11.245" v="259" actId="20577"/>
          <ac:spMkLst>
            <pc:docMk/>
            <pc:sldMk cId="3587445379" sldId="325"/>
            <ac:spMk id="2" creationId="{2D969CD2-4193-5DEF-0909-1FD0FC7EB5A2}"/>
          </ac:spMkLst>
        </pc:spChg>
        <pc:spChg chg="mod">
          <ac:chgData name="Ирина Волкова" userId="de8f34410bae404a" providerId="LiveId" clId="{28F9D5EE-D26B-4668-A6D7-2D29EF661884}" dt="2025-09-15T16:49:06.289" v="257" actId="20577"/>
          <ac:spMkLst>
            <pc:docMk/>
            <pc:sldMk cId="3587445379" sldId="325"/>
            <ac:spMk id="3" creationId="{A8C951F0-0EAA-FE3A-C1BC-F7A8C6000BC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51A50702-3C68-4B14-B819-72B57D27F9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F0F4880-E690-44D0-8356-A9E7BDBAB0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pPr rtl="0"/>
            <a:fld id="{D39CCB62-B41B-43E2-AF69-37C6C3AA2A59}" type="datetime1">
              <a:rPr lang="ru-RU" smtClean="0"/>
              <a:t>16.09.2025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6B4ACF6-39FD-4B08-A7D5-5BFDC37B46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F7C9FD2-2C57-4DE7-8EA4-86DEE80B98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00AC623C-86E0-4A85-83FB-F4A716956FD4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9395559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pPr rtl="0"/>
            <a:fld id="{01FECD02-157A-4A16-9860-7FB311FE85A2}" type="datetime1">
              <a:rPr lang="ru-RU" smtClean="0"/>
              <a:t>16.09.2025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ru-RU"/>
            </a:defPPr>
          </a:lstStyle>
          <a:p>
            <a:pPr lvl="0" rtl="0"/>
            <a:r>
              <a:rPr lang="ru-RU"/>
              <a:t>Щелкните, чтобы изменить стили текста образца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C37D7554-D10C-4E29-B8E6-BB7111FA614F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1734705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C37D7554-D10C-4E29-B8E6-BB7111FA614F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123426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C37D7554-D10C-4E29-B8E6-BB7111FA614F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88470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681EB-8844-3510-9296-8333F3018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A0E8583-9F20-09AC-4A18-7AB9A44AEC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C306DC0-5566-0F79-0082-A0C1A96EDE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551F4CB-9EC1-B196-1A55-715F873207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C37D7554-D10C-4E29-B8E6-BB7111FA614F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466746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BB4EC-455D-E6FE-B05D-4F46C1980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C8EAB26-5C65-3028-1AE4-A5E5FB96F6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878248F-8193-9DE2-1562-91FB0A8333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629D51F-EEE8-6B28-DD6F-1D65E8875D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C37D7554-D10C-4E29-B8E6-BB7111FA614F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738093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F3F27-B00E-5C04-F6CC-138794F77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C1D6915-7405-C317-173E-4530236E0D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39AB06A-C20D-9004-D39D-6087CA0E78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2A9284C-B452-21A3-CEE7-7AECCC8D25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C37D7554-D10C-4E29-B8E6-BB7111FA614F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048029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5" y="690511"/>
            <a:ext cx="5185821" cy="5253089"/>
          </a:xfrm>
        </p:spPr>
        <p:txBody>
          <a:bodyPr rtlCol="0" anchor="b">
            <a:normAutofit/>
          </a:bodyPr>
          <a:lstStyle>
            <a:lvl1pPr>
              <a:defRPr lang="ru-RU"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1784555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вестка 1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55583" y="737115"/>
            <a:ext cx="4640418" cy="5407091"/>
          </a:xfrm>
        </p:spPr>
        <p:txBody>
          <a:bodyPr lIns="0" rtlCol="0">
            <a:normAutofit/>
          </a:bodyPr>
          <a:lstStyle>
            <a:lvl1pPr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2" name="Объект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388461" y="737115"/>
            <a:ext cx="4449712" cy="5407091"/>
          </a:xfrm>
        </p:spPr>
        <p:txBody>
          <a:bodyPr lIns="0" tIns="0" rIns="0" bIns="0" rtlCol="0" anchor="ctr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9" name="Номер слайда 5">
            <a:extLst>
              <a:ext uri="{FF2B5EF4-FFF2-40B4-BE49-F238E27FC236}">
                <a16:creationId xmlns:a16="http://schemas.microsoft.com/office/drawing/2014/main" id="{4E9F5D75-1D8F-F695-81F8-4A6D0C6782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18D65601-5AE2-46FC-B138-694DDD2B510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7245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рисунок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1278294"/>
            <a:ext cx="5000318" cy="4904141"/>
          </a:xfrm>
        </p:spPr>
        <p:txBody>
          <a:bodyPr rtlCol="0" anchor="b">
            <a:normAutofit/>
          </a:bodyPr>
          <a:lstStyle>
            <a:lvl1pPr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42169" y="-1"/>
            <a:ext cx="4635426" cy="6857999"/>
          </a:xfrm>
        </p:spPr>
        <p:txBody>
          <a:bodyPr rtlCol="0">
            <a:normAutofit/>
          </a:bodyPr>
          <a:lstStyle>
            <a:lvl1pPr marL="0" indent="0" algn="ctr">
              <a:buNone/>
              <a:defRPr lang="ru-RU" sz="2000"/>
            </a:lvl1pPr>
          </a:lstStyle>
          <a:p>
            <a:pPr rtl="0"/>
            <a:r>
              <a:rPr lang="ru-RU"/>
              <a:t>Вставка рисунка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029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подзаголовок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3508311"/>
            <a:ext cx="9923770" cy="1438762"/>
          </a:xfrm>
        </p:spPr>
        <p:txBody>
          <a:bodyPr rtlCol="0" anchor="b">
            <a:normAutofit/>
          </a:bodyPr>
          <a:lstStyle>
            <a:lvl1pPr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5600" y="0"/>
            <a:ext cx="10361995" cy="3429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ru-RU" sz="2000"/>
            </a:lvl1pPr>
          </a:lstStyle>
          <a:p>
            <a:pPr rtl="0"/>
            <a:r>
              <a:rPr lang="ru-RU"/>
              <a:t>Вставка рисунка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Текст 12">
            <a:extLst>
              <a:ext uri="{FF2B5EF4-FFF2-40B4-BE49-F238E27FC236}">
                <a16:creationId xmlns:a16="http://schemas.microsoft.com/office/drawing/2014/main" id="{D179113D-0374-3934-841E-56AD5AFCF9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53828" y="5228488"/>
            <a:ext cx="9923770" cy="1368256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lang="ru-RU"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ru-RU"/>
              <a:t>Подзаголовок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3227224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 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5" y="503852"/>
            <a:ext cx="9150675" cy="1427585"/>
          </a:xfrm>
        </p:spPr>
        <p:txBody>
          <a:bodyPr lIns="0" rtlCol="0">
            <a:normAutofit/>
          </a:bodyPr>
          <a:lstStyle>
            <a:lvl1pPr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2" name="Объект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50153" y="2108722"/>
            <a:ext cx="8552264" cy="4119463"/>
          </a:xfrm>
        </p:spPr>
        <p:txBody>
          <a:bodyPr lIns="0" tIns="0" rIns="0" bIns="0" rtlCol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9" name="Номер слайда 5">
            <a:extLst>
              <a:ext uri="{FF2B5EF4-FFF2-40B4-BE49-F238E27FC236}">
                <a16:creationId xmlns:a16="http://schemas.microsoft.com/office/drawing/2014/main" id="{5DABAFC1-3E76-DCE6-3A6D-E0020C5BE8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18D65601-5AE2-46FC-B138-694DDD2B510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73596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507175C5-CB2F-2BAC-3704-54DCD1BF0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8031" y="1068169"/>
            <a:ext cx="10115939" cy="2681549"/>
          </a:xfrm>
        </p:spPr>
        <p:txBody>
          <a:bodyPr rtlCol="0" anchor="b"/>
          <a:lstStyle>
            <a:lvl1pPr algn="ctr">
              <a:defRPr lang="ru-RU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901905E-33E7-852F-94E3-8E100B3D1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914400"/>
            <a:ext cx="10363200" cy="50292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B7799F7-CBB1-9649-7D06-F7EEFD4F0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1AFC5CA-DB29-4B8C-C004-72E4EC761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9" name="Текст 12">
            <a:extLst>
              <a:ext uri="{FF2B5EF4-FFF2-40B4-BE49-F238E27FC236}">
                <a16:creationId xmlns:a16="http://schemas.microsoft.com/office/drawing/2014/main" id="{E3CB2D2A-7172-87CE-D493-DAF52D62EB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8031" y="4027047"/>
            <a:ext cx="10115939" cy="1762783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lang="ru-RU" sz="20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ru-RU"/>
              <a:t>Подзаголовок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2069536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2 объекта 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 rtlCol="0">
            <a:normAutofit/>
          </a:bodyPr>
          <a:lstStyle>
            <a:lvl1pPr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2" name="Объект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4" y="2057401"/>
            <a:ext cx="4627186" cy="4119463"/>
          </a:xfrm>
        </p:spPr>
        <p:txBody>
          <a:bodyPr l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lang="ru-RU" sz="2000"/>
            </a:lvl1pPr>
            <a:lvl2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2" name="Объект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668185" y="2057401"/>
            <a:ext cx="4609399" cy="4119463"/>
          </a:xfrm>
        </p:spPr>
        <p:txBody>
          <a:bodyPr l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lang="ru-RU"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5">
            <a:extLst>
              <a:ext uri="{FF2B5EF4-FFF2-40B4-BE49-F238E27FC236}">
                <a16:creationId xmlns:a16="http://schemas.microsoft.com/office/drawing/2014/main" id="{1D40DF0B-6602-19D4-3110-4659C28780D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18D65601-5AE2-46FC-B138-694DDD2B510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61720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2 объекта 3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 rtlCol="0">
            <a:normAutofit/>
          </a:bodyPr>
          <a:lstStyle>
            <a:lvl1pPr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4" name="Объект 7">
            <a:extLst>
              <a:ext uri="{FF2B5EF4-FFF2-40B4-BE49-F238E27FC236}">
                <a16:creationId xmlns:a16="http://schemas.microsoft.com/office/drawing/2014/main" id="{C355854D-70C0-E6E1-2A0C-284D00A21AE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5" y="2057401"/>
            <a:ext cx="3068678" cy="4119463"/>
          </a:xfrm>
        </p:spPr>
        <p:txBody>
          <a:bodyPr lIns="0" rtlCol="0"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lang="ru-RU" sz="2000"/>
            </a:lvl1pPr>
            <a:lvl2pPr marL="457200" indent="-32004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+mj-lt"/>
              <a:buAutoNum type="alphaLcPeriod"/>
              <a:defRPr lang="ru-RU" sz="2000"/>
            </a:lvl2pPr>
            <a:lvl3pPr marL="9144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rabicParenR"/>
              <a:defRPr lang="ru-RU" sz="2000"/>
            </a:lvl3pPr>
            <a:lvl4pPr marL="13716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lphaLcParenR"/>
              <a:defRPr lang="ru-RU" sz="2000"/>
            </a:lvl4pPr>
            <a:lvl5pPr marL="1828800" indent="-320040">
              <a:spcBef>
                <a:spcPts val="1000"/>
              </a:spcBef>
              <a:spcAft>
                <a:spcPts val="1200"/>
              </a:spcAft>
              <a:buFont typeface="+mj-lt"/>
              <a:buAutoNum type="romanLcPeriod"/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2" name="Объект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91727" y="2057401"/>
            <a:ext cx="6085857" cy="4119463"/>
          </a:xfrm>
        </p:spPr>
        <p:txBody>
          <a:bodyPr l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lang="ru-RU"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5">
            <a:extLst>
              <a:ext uri="{FF2B5EF4-FFF2-40B4-BE49-F238E27FC236}">
                <a16:creationId xmlns:a16="http://schemas.microsoft.com/office/drawing/2014/main" id="{D7B331F9-6D4A-5020-969F-E961AF374E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18D65601-5AE2-46FC-B138-694DDD2B510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14237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, рисунок и содержимое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 rtlCol="0">
            <a:normAutofit/>
          </a:bodyPr>
          <a:lstStyle>
            <a:lvl1pPr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357912CB-B8F8-1E65-094F-AD3220E6C79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03363" y="2061969"/>
            <a:ext cx="4592637" cy="4805362"/>
          </a:xfrm>
        </p:spPr>
        <p:txBody>
          <a:bodyPr rtlCol="0">
            <a:normAutofit/>
          </a:bodyPr>
          <a:lstStyle>
            <a:lvl1pPr marL="0" indent="0" algn="ctr">
              <a:buNone/>
              <a:defRPr lang="ru-RU" sz="2000"/>
            </a:lvl1pPr>
          </a:lstStyle>
          <a:p>
            <a:pPr rtl="0"/>
            <a:r>
              <a:rPr lang="ru-RU"/>
              <a:t>Вставка рисунка</a:t>
            </a:r>
          </a:p>
        </p:txBody>
      </p:sp>
      <p:sp>
        <p:nvSpPr>
          <p:cNvPr id="12" name="Объект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787262" y="2052736"/>
            <a:ext cx="4490320" cy="4800598"/>
          </a:xfrm>
        </p:spPr>
        <p:txBody>
          <a:bodyPr l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lang="ru-RU" sz="2000"/>
            </a:lvl1pPr>
            <a:lvl2pPr marL="800100" indent="-3429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2pPr>
            <a:lvl3pPr marL="12573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3pPr>
            <a:lvl4pPr marL="17145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4pPr>
            <a:lvl5pPr marL="21717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2" name="Номер слайда 5">
            <a:extLst>
              <a:ext uri="{FF2B5EF4-FFF2-40B4-BE49-F238E27FC236}">
                <a16:creationId xmlns:a16="http://schemas.microsoft.com/office/drawing/2014/main" id="{8809D86D-3DDE-CA24-4CAA-DF6944B9BCB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18D65601-5AE2-46FC-B138-694DDD2B510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6107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, содержимое и таблица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 rtlCol="0">
            <a:normAutofit/>
          </a:bodyPr>
          <a:lstStyle>
            <a:lvl1pPr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2" name="Объект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468814" y="2057400"/>
            <a:ext cx="3091027" cy="3867538"/>
          </a:xfrm>
        </p:spPr>
        <p:txBody>
          <a:bodyPr l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ru-RU" sz="2000"/>
            </a:lvl1pPr>
            <a:lvl2pPr marL="800100" indent="-3429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2pPr>
            <a:lvl3pPr marL="12573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3pPr>
            <a:lvl4pPr marL="17145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4pPr>
            <a:lvl5pPr marL="21717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4" name="Заполнитель таблицы 13">
            <a:extLst>
              <a:ext uri="{FF2B5EF4-FFF2-40B4-BE49-F238E27FC236}">
                <a16:creationId xmlns:a16="http://schemas.microsoft.com/office/drawing/2014/main" id="{EA708189-1532-1BDD-104F-4D8556146CEE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097463" y="2051976"/>
            <a:ext cx="6180137" cy="3867538"/>
          </a:xfrm>
        </p:spPr>
        <p:txBody>
          <a:bodyPr rtlCol="0">
            <a:normAutofit/>
          </a:bodyPr>
          <a:lstStyle>
            <a:lvl1pPr>
              <a:defRPr lang="ru-RU" sz="2000"/>
            </a:lvl1pPr>
          </a:lstStyle>
          <a:p>
            <a:pPr rtl="0"/>
            <a:r>
              <a:rPr lang="ru-RU"/>
              <a:t>Вставка таблицы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Номер слайда 5">
            <a:extLst>
              <a:ext uri="{FF2B5EF4-FFF2-40B4-BE49-F238E27FC236}">
                <a16:creationId xmlns:a16="http://schemas.microsoft.com/office/drawing/2014/main" id="{6E0EC71B-95A1-C740-6B1F-F8DF02E2D1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18D65601-5AE2-46FC-B138-694DDD2B510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09299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2 объекта 2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 rtlCol="0">
            <a:normAutofit/>
          </a:bodyPr>
          <a:lstStyle>
            <a:lvl1pPr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8B0AB10A-3CAB-D4C0-3CB1-401461802B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468814" y="2066731"/>
            <a:ext cx="6452876" cy="3867538"/>
          </a:xfrm>
        </p:spPr>
        <p:txBody>
          <a:bodyPr lIns="0" rtlCol="0">
            <a:norm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lang="ru-RU" sz="2000"/>
            </a:lvl1pPr>
            <a:lvl2pPr>
              <a:lnSpc>
                <a:spcPct val="100000"/>
              </a:lnSpc>
              <a:spcAft>
                <a:spcPts val="600"/>
              </a:spcAft>
              <a:defRPr lang="ru-RU" sz="2000"/>
            </a:lvl2pPr>
            <a:lvl3pPr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defRPr lang="ru-RU" sz="2000"/>
            </a:lvl3pPr>
            <a:lvl4pPr>
              <a:lnSpc>
                <a:spcPct val="100000"/>
              </a:lnSpc>
              <a:spcAft>
                <a:spcPts val="1200"/>
              </a:spcAft>
              <a:defRPr lang="ru-RU" sz="2000"/>
            </a:lvl4pPr>
            <a:lvl5pPr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1" name="Объект 7">
            <a:extLst>
              <a:ext uri="{FF2B5EF4-FFF2-40B4-BE49-F238E27FC236}">
                <a16:creationId xmlns:a16="http://schemas.microsoft.com/office/drawing/2014/main" id="{7DBA8ADB-B20F-8404-46AB-AF67E25C7C7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69196" y="2066731"/>
            <a:ext cx="3108391" cy="3867538"/>
          </a:xfrm>
        </p:spPr>
        <p:txBody>
          <a:bodyPr lIns="0" rtlCol="0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lang="ru-RU" sz="2000"/>
            </a:lvl1pPr>
            <a:lvl2pPr marL="800100" indent="-3429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lang="ru-RU" sz="2000"/>
            </a:lvl2pPr>
            <a:lvl3pPr marL="1257300" indent="-342900">
              <a:buFont typeface="Arial" panose="020B0604020202020204" pitchFamily="34" charset="0"/>
              <a:buChar char="•"/>
              <a:defRPr lang="ru-RU" sz="2000"/>
            </a:lvl3pPr>
            <a:lvl4pPr marL="1714500" indent="-342900">
              <a:buFont typeface="Arial" panose="020B0604020202020204" pitchFamily="34" charset="0"/>
              <a:buChar char="•"/>
              <a:defRPr lang="ru-RU" sz="2000"/>
            </a:lvl4pPr>
            <a:lvl5pPr marL="2171700" indent="-342900">
              <a:buFont typeface="Arial" panose="020B0604020202020204" pitchFamily="34" charset="0"/>
              <a:buChar char="•"/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2" name="Номер слайда 5">
            <a:extLst>
              <a:ext uri="{FF2B5EF4-FFF2-40B4-BE49-F238E27FC236}">
                <a16:creationId xmlns:a16="http://schemas.microsoft.com/office/drawing/2014/main" id="{8814D5F7-E70A-5F97-5C8F-95B9E1B6D49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18D65601-5AE2-46FC-B138-694DDD2B510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2814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таблица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 rtlCol="0">
            <a:normAutofit/>
          </a:bodyPr>
          <a:lstStyle>
            <a:lvl1pPr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9" name="Заполнитель таблицы 8">
            <a:extLst>
              <a:ext uri="{FF2B5EF4-FFF2-40B4-BE49-F238E27FC236}">
                <a16:creationId xmlns:a16="http://schemas.microsoft.com/office/drawing/2014/main" id="{CB43608F-0A38-CF4A-4B3B-F1212E786FDE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1487488" y="2057400"/>
            <a:ext cx="9790112" cy="3886200"/>
          </a:xfrm>
        </p:spPr>
        <p:txBody>
          <a:bodyPr rtlCol="0">
            <a:normAutofit/>
          </a:bodyPr>
          <a:lstStyle>
            <a:lvl1pPr>
              <a:defRPr lang="ru-RU" sz="2400"/>
            </a:lvl1pPr>
          </a:lstStyle>
          <a:p>
            <a:pPr rtl="0"/>
            <a:r>
              <a:rPr lang="ru-RU"/>
              <a:t>Вставка таблицы</a:t>
            </a:r>
          </a:p>
        </p:txBody>
      </p:sp>
      <p:sp>
        <p:nvSpPr>
          <p:cNvPr id="2" name="Номер слайда 5">
            <a:extLst>
              <a:ext uri="{FF2B5EF4-FFF2-40B4-BE49-F238E27FC236}">
                <a16:creationId xmlns:a16="http://schemas.microsoft.com/office/drawing/2014/main" id="{05DA3688-07D1-82D9-6818-C95E9A69C2F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18D65601-5AE2-46FC-B138-694DDD2B510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913572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пасибо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4" y="690511"/>
            <a:ext cx="4964671" cy="5253089"/>
          </a:xfrm>
        </p:spPr>
        <p:txBody>
          <a:bodyPr rtlCol="0" anchor="b">
            <a:normAutofit/>
          </a:bodyPr>
          <a:lstStyle>
            <a:lvl1pPr>
              <a:defRPr lang="ru-RU"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0" name="Объект 9">
            <a:extLst>
              <a:ext uri="{FF2B5EF4-FFF2-40B4-BE49-F238E27FC236}">
                <a16:creationId xmlns:a16="http://schemas.microsoft.com/office/drawing/2014/main" id="{AD608249-3D60-D3B2-68C5-778D0EA18F2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2286" y="690465"/>
            <a:ext cx="4784372" cy="5253089"/>
          </a:xfrm>
        </p:spPr>
        <p:txBody>
          <a:bodyPr rtlCol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ru-RU" sz="2000">
                <a:solidFill>
                  <a:schemeClr val="bg1"/>
                </a:solidFill>
              </a:defRPr>
            </a:lvl1pPr>
            <a:lvl2pPr marL="7429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1800">
                <a:solidFill>
                  <a:schemeClr val="bg1"/>
                </a:solidFill>
              </a:defRPr>
            </a:lvl2pPr>
            <a:lvl3pPr marL="12001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1600">
                <a:solidFill>
                  <a:schemeClr val="bg1"/>
                </a:solidFill>
              </a:defRPr>
            </a:lvl3pPr>
            <a:lvl4pPr marL="16573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1400">
                <a:solidFill>
                  <a:schemeClr val="bg1"/>
                </a:solidFill>
              </a:defRPr>
            </a:lvl4pPr>
            <a:lvl5pPr marL="21145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14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643748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82F216-62F1-7E0B-63FD-51C27CDAA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</a:lstStyle>
          <a:p>
            <a:pPr rtl="0"/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E61F31D-B959-2AD8-9208-FF08B574D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</a:lstStyle>
          <a:p>
            <a:pPr lvl="0" rtl="0"/>
            <a:r>
              <a:rPr lang="ru-RU" dirty="0"/>
              <a:t>Щелкните, чтобы изменить стили текста образца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F32C8C7-5C6C-400B-AEC0-4D8178161B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pPr rtl="0"/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B7105D6-7B52-4B7D-9473-BCD571A93A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ru-RU"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pPr rtl="0"/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13EAA0A-7090-4FA3-AD1C-CD4570404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2136" y="5943601"/>
            <a:ext cx="968983" cy="6519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ru-RU" sz="1200" b="1" spc="150" baseline="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fld id="{18D65601-5AE2-46FC-B138-694DDD2B510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37433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3" r:id="rId2"/>
    <p:sldLayoutId id="2147483692" r:id="rId3"/>
    <p:sldLayoutId id="2147483691" r:id="rId4"/>
    <p:sldLayoutId id="2147483690" r:id="rId5"/>
    <p:sldLayoutId id="2147483689" r:id="rId6"/>
    <p:sldLayoutId id="2147483688" r:id="rId7"/>
    <p:sldLayoutId id="2147483687" r:id="rId8"/>
    <p:sldLayoutId id="2147483686" r:id="rId9"/>
    <p:sldLayoutId id="2147483685" r:id="rId10"/>
    <p:sldLayoutId id="2147483684" r:id="rId11"/>
    <p:sldLayoutId id="2147483682" r:id="rId12"/>
    <p:sldLayoutId id="214748368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ru-RU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ru-RU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454C9E-20FB-B999-9303-C71D1334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615" y="690511"/>
            <a:ext cx="5185821" cy="5253089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r>
              <a:rPr lang="ru-RU" dirty="0"/>
              <a:t>Граф знаний вселенной Гарри Поттера</a:t>
            </a:r>
            <a:br>
              <a:rPr lang="ru-RU" dirty="0"/>
            </a:br>
            <a:endParaRPr lang="ru-RU" dirty="0"/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52C17514-E1CD-E2A0-6FE2-1FE2B4F6529D}"/>
              </a:ext>
            </a:extLst>
          </p:cNvPr>
          <p:cNvSpPr txBox="1">
            <a:spLocks/>
          </p:cNvSpPr>
          <p:nvPr/>
        </p:nvSpPr>
        <p:spPr>
          <a:xfrm>
            <a:off x="5662863" y="5438274"/>
            <a:ext cx="6529137" cy="141972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55000" lnSpcReduction="20000"/>
          </a:bodyPr>
          <a:lstStyle>
            <a:defPPr>
              <a:defRPr lang="ru-RU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6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Работу выполнили студентки Волкова Ирина, Кулешова Екатерина, Старостина Елена</a:t>
            </a:r>
          </a:p>
        </p:txBody>
      </p:sp>
    </p:spTree>
    <p:extLst>
      <p:ext uri="{BB962C8B-B14F-4D97-AF65-F5344CB8AC3E}">
        <p14:creationId xmlns:p14="http://schemas.microsoft.com/office/powerpoint/2010/main" val="3378822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D97761-0B88-A5E8-0B78-C39173D05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1119" y="-1252637"/>
            <a:ext cx="4640418" cy="5407091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Цель: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2BA04E6-CD61-B962-4287-DEC1993C32D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381119" y="263736"/>
            <a:ext cx="4449712" cy="5407091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систематизация героев и связей между ними во вселенной Гарри Поттера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CD4601E-33F5-5714-867D-A0B584DA7C1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18D65601-5AE2-46FC-B138-694DDD2B510D}" type="slidenum">
              <a:rPr lang="ru-RU" smtClean="0"/>
              <a:pPr/>
              <a:t>2</a:t>
            </a:fld>
            <a:endParaRPr lang="ru-RU" dirty="0"/>
          </a:p>
        </p:txBody>
      </p:sp>
      <p:pic>
        <p:nvPicPr>
          <p:cNvPr id="7" name="Рисунок 6" descr="Изображение выглядит как текст, Человеческое лицо, фантастика, плака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8F41941B-6965-D868-968F-4DDC72BD44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6713" y="-4015"/>
            <a:ext cx="4765288" cy="6862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455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D1CFA-53A4-E927-B68B-8ACD51909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770AB2-FBF2-0DDD-2579-2D77F4E23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3828" y="3044485"/>
            <a:ext cx="9923770" cy="1438762"/>
          </a:xfrm>
        </p:spPr>
        <p:txBody>
          <a:bodyPr rtlCol="0" anchor="b">
            <a:normAutofit/>
          </a:bodyPr>
          <a:lstStyle>
            <a:defPPr>
              <a:defRPr lang="ru-RU"/>
            </a:defPPr>
          </a:lstStyle>
          <a:p>
            <a:r>
              <a:rPr lang="ru-RU" dirty="0"/>
              <a:t>Использование графа:</a:t>
            </a:r>
          </a:p>
        </p:txBody>
      </p:sp>
      <p:pic>
        <p:nvPicPr>
          <p:cNvPr id="7" name="Рисунок 6" descr="Изображение выглядит как Изображение компьютерной графики, Компьютерная игра, аниме, Игра в жанре приключенческого боевик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2F0BD609-EB88-0ED8-760C-6B821632FD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333" b="18333"/>
          <a:stretch>
            <a:fillRect/>
          </a:stretch>
        </p:blipFill>
        <p:spPr>
          <a:xfrm>
            <a:off x="915600" y="10"/>
            <a:ext cx="10361995" cy="3428990"/>
          </a:xfrm>
          <a:prstGeom prst="rect">
            <a:avLst/>
          </a:prstGeom>
          <a:noFill/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6368D6F3-0D39-427D-4C1E-9C1DC20F4B5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53827" y="4844175"/>
            <a:ext cx="10493615" cy="1368256"/>
          </a:xfrm>
        </p:spPr>
        <p:txBody>
          <a:bodyPr rtlCol="0" anchor="t">
            <a:normAutofit/>
          </a:bodyPr>
          <a:lstStyle>
            <a:defPPr>
              <a:defRPr lang="ru-RU"/>
            </a:defPPr>
          </a:lstStyle>
          <a:p>
            <a:pPr>
              <a:spcAft>
                <a:spcPts val="600"/>
              </a:spcAft>
            </a:pPr>
            <a:r>
              <a:rPr lang="ru-RU" dirty="0"/>
              <a:t>1. Быстрое нахождение информации о персонаже, локации, событии, организации </a:t>
            </a:r>
          </a:p>
          <a:p>
            <a:pPr>
              <a:spcAft>
                <a:spcPts val="600"/>
              </a:spcAft>
            </a:pPr>
            <a:endParaRPr lang="ru-RU" dirty="0"/>
          </a:p>
          <a:p>
            <a:pPr>
              <a:spcAft>
                <a:spcPts val="600"/>
              </a:spcAft>
            </a:pPr>
            <a:r>
              <a:rPr lang="ru-RU" dirty="0"/>
              <a:t>2. Отслеживание связей между персонажами и прочими важными для сюжета объектами</a:t>
            </a:r>
          </a:p>
          <a:p>
            <a:pPr marL="0" indent="0">
              <a:spcAft>
                <a:spcPts val="600"/>
              </a:spcAft>
              <a:buNone/>
            </a:pPr>
            <a:endParaRPr lang="ru-RU" dirty="0"/>
          </a:p>
        </p:txBody>
      </p:sp>
      <p:sp>
        <p:nvSpPr>
          <p:cNvPr id="4" name="Номер слайда 3" hidden="1">
            <a:extLst>
              <a:ext uri="{FF2B5EF4-FFF2-40B4-BE49-F238E27FC236}">
                <a16:creationId xmlns:a16="http://schemas.microsoft.com/office/drawing/2014/main" id="{033EC584-3483-5045-3D68-12A9A447A15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12136" y="5943601"/>
            <a:ext cx="968983" cy="651912"/>
          </a:xfrm>
        </p:spPr>
        <p:txBody>
          <a:bodyPr rtlCol="0" anchor="ctr">
            <a:normAutofit/>
          </a:bodyPr>
          <a:lstStyle>
            <a:defPPr>
              <a:defRPr lang="ru-RU"/>
            </a:defPPr>
          </a:lstStyle>
          <a:p>
            <a:pPr rtl="0">
              <a:spcAft>
                <a:spcPts val="600"/>
              </a:spcAft>
            </a:pPr>
            <a:fld id="{18D65601-5AE2-46FC-B138-694DDD2B510D}" type="slidenum">
              <a:rPr lang="ru-RU" smtClean="0"/>
              <a:pPr rtl="0">
                <a:spcAft>
                  <a:spcPts val="600"/>
                </a:spcAft>
              </a:pPr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6225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CE9A0-9F69-2652-DCB3-214E1C6FC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CF83D7-F4BB-1F41-93B5-B2F5F0446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0261" y="-1591689"/>
            <a:ext cx="4640418" cy="5407091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r>
              <a:rPr lang="ru-RU" dirty="0"/>
              <a:t>Предметная область: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D66077-4277-725D-C1F3-C8E6814B0E8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90261" y="846813"/>
            <a:ext cx="5519059" cy="6199273"/>
          </a:xfrm>
        </p:spPr>
        <p:txBody>
          <a:bodyPr rtlCol="0">
            <a:noAutofit/>
          </a:bodyPr>
          <a:lstStyle>
            <a:defPPr>
              <a:defRPr lang="ru-RU"/>
            </a:defPPr>
          </a:lstStyle>
          <a:p>
            <a:r>
              <a:rPr lang="ru-RU" dirty="0"/>
              <a:t>Персонажи (Гарри Поттер, Гермиона Грейнджер, Северус </a:t>
            </a:r>
            <a:r>
              <a:rPr lang="ru-RU" dirty="0" err="1"/>
              <a:t>Снегг</a:t>
            </a:r>
            <a:r>
              <a:rPr lang="ru-RU" dirty="0"/>
              <a:t> и т. д.)</a:t>
            </a:r>
          </a:p>
          <a:p>
            <a:r>
              <a:rPr lang="ru-RU" dirty="0"/>
              <a:t>Семьи (Поттеры, Уизли, </a:t>
            </a:r>
            <a:r>
              <a:rPr lang="ru-RU" dirty="0" err="1"/>
              <a:t>Малфои</a:t>
            </a:r>
            <a:r>
              <a:rPr lang="ru-RU" dirty="0"/>
              <a:t>, </a:t>
            </a:r>
            <a:r>
              <a:rPr lang="ru-RU" dirty="0" err="1"/>
              <a:t>Блэки</a:t>
            </a:r>
            <a:r>
              <a:rPr lang="ru-RU" dirty="0"/>
              <a:t> и т. д.)</a:t>
            </a:r>
          </a:p>
          <a:p>
            <a:r>
              <a:rPr lang="ru-RU" dirty="0"/>
              <a:t>Организации (Хогвартс, факультеты, Министерство Магии, Орден Феникса, Пожиратели смерти)</a:t>
            </a:r>
          </a:p>
          <a:p>
            <a:r>
              <a:rPr lang="ru-RU" dirty="0"/>
              <a:t>Локации (Хогвартс, </a:t>
            </a:r>
            <a:r>
              <a:rPr lang="ru-RU" dirty="0" err="1"/>
              <a:t>Хогсмид</a:t>
            </a:r>
            <a:r>
              <a:rPr lang="ru-RU" dirty="0"/>
              <a:t>, </a:t>
            </a:r>
            <a:r>
              <a:rPr lang="ru-RU" dirty="0" err="1"/>
              <a:t>Диагон</a:t>
            </a:r>
            <a:r>
              <a:rPr lang="ru-RU" dirty="0"/>
              <a:t>-аллея и пр.)</a:t>
            </a:r>
          </a:p>
          <a:p>
            <a:r>
              <a:rPr lang="ru-RU" dirty="0"/>
              <a:t>Артефакты (Молния, Крестражи, Дары Смерти)</a:t>
            </a:r>
          </a:p>
          <a:p>
            <a:r>
              <a:rPr lang="ru-RU" dirty="0"/>
              <a:t>События (Битва за Хогвартс, Турнир Трёх Волшебников)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1795378-FD23-98EF-0F41-8CBC3D49D46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18D65601-5AE2-46FC-B138-694DDD2B510D}" type="slidenum">
              <a:rPr lang="ru-RU" smtClean="0"/>
              <a:pPr rtl="0"/>
              <a:t>4</a:t>
            </a:fld>
            <a:endParaRPr lang="ru-RU" dirty="0"/>
          </a:p>
        </p:txBody>
      </p:sp>
      <p:pic>
        <p:nvPicPr>
          <p:cNvPr id="6" name="Рисунок 5" descr="Изображение выглядит как Человеческое лицо, коллаж, Фотомонтаж, одежд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16C7E513-216B-0380-B4DF-95F44FD384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918" y="262487"/>
            <a:ext cx="3430830" cy="6090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093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629D3-B135-711A-A2AD-9476E55AD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969CD2-4193-5DEF-0909-1FD0FC7EB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5582" y="-985668"/>
            <a:ext cx="4640418" cy="5407091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Источники: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C951F0-0EAA-FE3A-C1BC-F7A8C6000BC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381119" y="862466"/>
            <a:ext cx="4449712" cy="5407091"/>
          </a:xfrm>
        </p:spPr>
        <p:txBody>
          <a:bodyPr rtlCol="0"/>
          <a:lstStyle>
            <a:defPPr>
              <a:defRPr lang="ru-RU"/>
            </a:defPPr>
          </a:lstStyle>
          <a:p>
            <a:pPr marL="0" indent="0">
              <a:buNone/>
            </a:pPr>
            <a:endParaRPr lang="ru-RU" dirty="0"/>
          </a:p>
          <a:p>
            <a:r>
              <a:rPr lang="ru-RU" dirty="0"/>
              <a:t>тексты книг</a:t>
            </a:r>
          </a:p>
          <a:p>
            <a:r>
              <a:rPr lang="ru-RU" dirty="0"/>
              <a:t>открытые датасеты на </a:t>
            </a:r>
            <a:r>
              <a:rPr lang="ru-RU" dirty="0" err="1"/>
              <a:t>kaggle</a:t>
            </a:r>
            <a:endParaRPr lang="ru-RU" dirty="0"/>
          </a:p>
          <a:p>
            <a:r>
              <a:rPr lang="ru-RU" dirty="0"/>
              <a:t>фанатские вики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17E4E2E-EDE9-A984-62D6-6FB80885DF5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18D65601-5AE2-46FC-B138-694DDD2B510D}" type="slidenum">
              <a:rPr lang="ru-RU" smtClean="0"/>
              <a:pPr rtl="0"/>
              <a:t>5</a:t>
            </a:fld>
            <a:endParaRPr lang="ru-RU" dirty="0"/>
          </a:p>
        </p:txBody>
      </p:sp>
      <p:pic>
        <p:nvPicPr>
          <p:cNvPr id="6" name="Рисунок 5" descr="Изображение выглядит как текст, книга, Публикация, Книжная обложк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F1C6DAB6-8529-5537-A97F-269EA67086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7159" b="92841" l="8296" r="91704">
                        <a14:foregroundMark x1="55157" y1="88915" x2="39238" y2="95150"/>
                        <a14:foregroundMark x1="39238" y1="95150" x2="30717" y2="92841"/>
                        <a14:foregroundMark x1="30717" y1="92841" x2="27803" y2="89607"/>
                        <a14:foregroundMark x1="85650" y1="22633" x2="85202" y2="13395"/>
                        <a14:foregroundMark x1="85202" y1="13395" x2="81390" y2="5312"/>
                        <a14:foregroundMark x1="81390" y1="5312" x2="10314" y2="5774"/>
                        <a14:foregroundMark x1="10314" y1="5774" x2="8744" y2="14550"/>
                        <a14:foregroundMark x1="8744" y1="14550" x2="13229" y2="22402"/>
                        <a14:foregroundMark x1="13229" y1="22402" x2="13229" y2="23095"/>
                        <a14:foregroundMark x1="84305" y1="6236" x2="15247" y2="18476"/>
                        <a14:foregroundMark x1="15247" y1="18476" x2="15022" y2="8545"/>
                        <a14:foregroundMark x1="15022" y1="8545" x2="10987" y2="7390"/>
                        <a14:foregroundMark x1="88341" y1="32102" x2="91480" y2="40185"/>
                        <a14:foregroundMark x1="91480" y1="40185" x2="91704" y2="4249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111646" y="156146"/>
            <a:ext cx="7240249" cy="7029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445379"/>
      </p:ext>
    </p:extLst>
  </p:cSld>
  <p:clrMapOvr>
    <a:masterClrMapping/>
  </p:clrMapOvr>
</p:sld>
</file>

<file path=ppt/theme/theme1.xml><?xml version="1.0" encoding="utf-8"?>
<a:theme xmlns:a="http://schemas.openxmlformats.org/drawingml/2006/main" name="Пользовательская">
  <a:themeElements>
    <a:clrScheme name="Custom 2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8696B"/>
      </a:accent1>
      <a:accent2>
        <a:srgbClr val="95B8BF"/>
      </a:accent2>
      <a:accent3>
        <a:srgbClr val="BFD4D9"/>
      </a:accent3>
      <a:accent4>
        <a:srgbClr val="5B4839"/>
      </a:accent4>
      <a:accent5>
        <a:srgbClr val="C3A398"/>
      </a:accent5>
      <a:accent6>
        <a:srgbClr val="CA553E"/>
      </a:accent6>
      <a:hlink>
        <a:srgbClr val="0563C1"/>
      </a:hlink>
      <a:folHlink>
        <a:srgbClr val="954F72"/>
      </a:folHlink>
    </a:clrScheme>
    <a:fontScheme name="Custom 30">
      <a:majorFont>
        <a:latin typeface="Tisa Offc Serif Pro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accent5">
              <a:lumMod val="20000"/>
              <a:lumOff val="8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_72938359_TF78544816_Win32" id="{08C24B57-BF3C-4B8F-BD55-8BE3AAC8BEA8}" vid="{F9437CE3-892B-40E9-8EE4-1014FD9F69C8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69E9DE5-EFFE-4262-A023-32732F0B66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DE3707C-8CAB-4302-B7E1-D32E1543E05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FDB7358-0BCB-4DEB-B717-C1D7CC555F0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Современная презентация для конференции</Template>
  <TotalTime>59</TotalTime>
  <Words>153</Words>
  <Application>Microsoft Macintosh PowerPoint</Application>
  <PresentationFormat>Широкоэкранный</PresentationFormat>
  <Paragraphs>29</Paragraphs>
  <Slides>5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0" baseType="lpstr">
      <vt:lpstr>Arial</vt:lpstr>
      <vt:lpstr>Calibri</vt:lpstr>
      <vt:lpstr>Tisa Offc Serif Pro</vt:lpstr>
      <vt:lpstr>Univers Light</vt:lpstr>
      <vt:lpstr>Пользовательская</vt:lpstr>
      <vt:lpstr>Граф знаний вселенной Гарри Поттера </vt:lpstr>
      <vt:lpstr>Цель:</vt:lpstr>
      <vt:lpstr>Использование графа:</vt:lpstr>
      <vt:lpstr>Предметная область: </vt:lpstr>
      <vt:lpstr>Источники: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Ирина Волкова</dc:creator>
  <cp:lastModifiedBy>Кулешова Екатерина Михайловна</cp:lastModifiedBy>
  <cp:revision>3</cp:revision>
  <dcterms:created xsi:type="dcterms:W3CDTF">2025-09-14T14:49:23Z</dcterms:created>
  <dcterms:modified xsi:type="dcterms:W3CDTF">2025-09-16T09:19:41Z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