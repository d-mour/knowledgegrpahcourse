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8E4DB-DEBD-97CC-A981-F445986BA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D10097-A7CA-7D7C-F8F3-D54DDE739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587D-24D5-263E-C4A6-1791A706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AEFAA3-E8E5-1564-4EAA-2B6A1DFB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6DF6D7-5DA7-97F4-A0A3-99242C2F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90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11A94-AC59-2CF5-D576-6827BFBD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37383B-EAC9-5BBF-33B3-009D1D978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AB30EB-B1F4-687F-6F50-E0A867FB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77087B-3798-29B8-9AA1-6C7DABF8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8442A2-B77F-32FB-0268-BBB6064E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3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8AA71-F549-89C2-F873-60FD7777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1E6C5-49E2-5DB6-61E3-04894E826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0C0B64-7956-C8B6-39EA-67D23055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6EA7BB-0DC9-F0CE-555C-0DB95E78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1FC6EE-E6FA-56EA-F90B-B93A268E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44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6E023-4657-D002-52D9-A9F94A38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52373D-C1F5-F619-8817-A7560CE40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1E6697-BF33-0796-EE02-379EF0E92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EA8097-F2CC-792F-64AA-9F6D081E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BFD785-CBD2-D585-30B7-05C2C6E1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3678AD-4B30-3A2F-6B74-31843024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42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DDE88-3E80-6655-6018-AECBA0D4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444159-D92E-2353-6140-BD3A55EF2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46F3FF-DC5C-0C1F-FEB5-F65EAB04A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CE0E40-F879-5F87-A1D0-6C8D716F1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D984EA-BA57-FF79-695A-F6FB07774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BAFB6AB-6BFA-4F84-1BA0-5392FE98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56B402-A435-D66E-0743-C9BA63A5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6D1670-BFBF-0343-E7EE-6E991A58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11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D7C8A-7CFD-F806-8047-F7946C45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A9089EB-F4EE-32CA-52E6-8DC3801E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9F910F-95ED-F66B-A61F-AC39E0F1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889406-8743-2B27-F835-7AE27CD6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2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55FDD02-3560-DCF8-F993-364C0C7E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786DA5-96A3-84DF-782D-549C8F27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71985D-8CF3-FE5F-9F41-D1923C3F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44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50B-E35E-F7E4-541B-307036C2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3EC13F-6C39-8202-6AE5-1752FE13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0D41E0-24CA-C667-EEFE-2C18CC0B4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18A4F4-73A5-EE54-B43A-DDBB70A36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BA5A51-9FF4-6F34-E8A2-F2013CEC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CEBC72-6AC5-7F08-26DF-CCC4C969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58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511E0-12B9-ACA4-D833-7254CC5B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C23A16-D893-120F-9CE6-8ED726164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4DD2AE-E9B2-13F0-E7C4-BCAFD627F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6D5F42-36A7-71CC-9A45-5041EE67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9E9075-EEBF-CFE9-7BD7-3C2A1753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77ED33-BD7A-66FF-C3CB-442702B9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657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BDF2E-7853-F7F6-D5AB-4801B1F6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EE3DD1-92E9-1E0D-1A58-E96A79FE6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C6A359-7A08-8B74-076E-3BFEA661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F1D16C-14D8-0A91-0328-407CD9B7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96C9F2-338C-343E-C4ED-70277E9E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56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C2F3FF-168A-8FBE-CAC6-B41C22010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4869A1-CC45-BA6B-CADA-F255CE688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5A9CD8-F9F5-EEB0-71EE-380A2BFD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A2CCE-D724-CB3D-A559-56E68251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2F029E-1169-7492-43A9-3A8EBAE7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98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AFEE5-FE5C-E9EA-3991-66F7368C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D3D8BC-7B57-79BF-556B-6E63841FF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072923-96A1-963B-4CE6-FBCF39C8B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6A2C3-A203-4933-828B-C032F74BFA90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B9169C-9F87-6D6B-CCC0-A9446FFA3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BD60E1-6939-3552-B109-16BCFB078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DF562-CC0C-4188-A388-057CDDEA6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07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chess.org/fide" TargetMode="External"/><Relationship Id="rId2" Type="http://schemas.openxmlformats.org/officeDocument/2006/relationships/hyperlink" Target="https://ratings.fid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2700ches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370C2-745F-EF7E-BBF4-C0D90B445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Шахматисты </a:t>
            </a:r>
            <a:r>
              <a:rPr lang="en-US" dirty="0"/>
              <a:t>(FIDE)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60CFD3-D96B-77D6-267C-976B2D08C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P3306 </a:t>
            </a:r>
            <a:r>
              <a:rPr lang="ru-RU" dirty="0"/>
              <a:t>Гадеев Руслан</a:t>
            </a:r>
          </a:p>
          <a:p>
            <a:r>
              <a:rPr lang="en-US" dirty="0"/>
              <a:t>P3318 </a:t>
            </a:r>
            <a:r>
              <a:rPr lang="ru-RU" dirty="0"/>
              <a:t>Соколов Александр</a:t>
            </a:r>
          </a:p>
        </p:txBody>
      </p:sp>
    </p:spTree>
    <p:extLst>
      <p:ext uri="{BB962C8B-B14F-4D97-AF65-F5344CB8AC3E}">
        <p14:creationId xmlns:p14="http://schemas.microsoft.com/office/powerpoint/2010/main" val="220167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B3684CCF-CEBB-4D8E-A366-95E43D4C7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BEB27-35E6-94B6-C36C-25801A80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4960945" cy="1325563"/>
          </a:xfrm>
        </p:spPr>
        <p:txBody>
          <a:bodyPr>
            <a:normAutofit/>
          </a:bodyPr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41BB2-5826-E2B3-853A-4FD416769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933462" cy="4351338"/>
          </a:xfrm>
        </p:spPr>
        <p:txBody>
          <a:bodyPr>
            <a:normAutofit/>
          </a:bodyPr>
          <a:lstStyle/>
          <a:p>
            <a:r>
              <a:rPr lang="ru-RU" dirty="0"/>
              <a:t>Лучшие шахматисты по версии </a:t>
            </a:r>
            <a:r>
              <a:rPr lang="en-US" dirty="0"/>
              <a:t>FIDE</a:t>
            </a:r>
          </a:p>
          <a:p>
            <a:r>
              <a:rPr lang="ru-RU" dirty="0"/>
              <a:t>Рассматриваются </a:t>
            </a:r>
            <a:r>
              <a:rPr lang="en-US" dirty="0"/>
              <a:t>3</a:t>
            </a:r>
            <a:r>
              <a:rPr lang="ru-RU" dirty="0"/>
              <a:t>0 ведущих шахматистов мира (классические шахматы, рейтинг на ноябрь 2025 года)</a:t>
            </a:r>
            <a:endParaRPr lang="en-US" dirty="0"/>
          </a:p>
          <a:p>
            <a:r>
              <a:rPr lang="ru-RU" dirty="0"/>
              <a:t>Турниры, в которых данные шахматисты принимали участие (за последний год)</a:t>
            </a:r>
            <a:endParaRPr lang="en-US" dirty="0"/>
          </a:p>
        </p:txBody>
      </p:sp>
      <p:pic>
        <p:nvPicPr>
          <p:cNvPr id="1026" name="Picture 2" descr="photo">
            <a:extLst>
              <a:ext uri="{FF2B5EF4-FFF2-40B4-BE49-F238E27FC236}">
                <a16:creationId xmlns:a16="http://schemas.microsoft.com/office/drawing/2014/main" id="{27E24272-6663-868F-262E-B874EAFD2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5" r="3" b="23127"/>
          <a:stretch>
            <a:fillRect/>
          </a:stretch>
        </p:blipFill>
        <p:spPr bwMode="auto">
          <a:xfrm>
            <a:off x="6863996" y="3154859"/>
            <a:ext cx="4030579" cy="3703141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c 103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10869" y="-729072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photo">
            <a:extLst>
              <a:ext uri="{FF2B5EF4-FFF2-40B4-BE49-F238E27FC236}">
                <a16:creationId xmlns:a16="http://schemas.microsoft.com/office/drawing/2014/main" id="{92B3A106-7653-76E0-B78E-61A0BAB27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" r="1" b="30501"/>
          <a:stretch>
            <a:fillRect/>
          </a:stretch>
        </p:blipFill>
        <p:spPr bwMode="auto">
          <a:xfrm>
            <a:off x="63058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oto">
            <a:extLst>
              <a:ext uri="{FF2B5EF4-FFF2-40B4-BE49-F238E27FC236}">
                <a16:creationId xmlns:a16="http://schemas.microsoft.com/office/drawing/2014/main" id="{6B0AC7F5-4CE6-B25D-E7CD-5B4D1CFC4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8" r="4" b="4"/>
          <a:stretch>
            <a:fillRect/>
          </a:stretch>
        </p:blipFill>
        <p:spPr bwMode="auto">
          <a:xfrm>
            <a:off x="9933462" y="372217"/>
            <a:ext cx="2258539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10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A87D4-8391-8CF6-4D65-BDF54647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для интеллектуального ассистента (примеры)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AA897-102D-4E4D-A3CC-6714863A9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Какой дебют (первые ходы) данный шахматист</a:t>
            </a:r>
            <a:br>
              <a:rPr lang="ru-RU" dirty="0"/>
            </a:br>
            <a:r>
              <a:rPr lang="ru-RU" dirty="0"/>
              <a:t>предпочитает разыгрывать</a:t>
            </a:r>
          </a:p>
          <a:p>
            <a:r>
              <a:rPr lang="ru-RU" dirty="0"/>
              <a:t>У какого шахматиста больше </a:t>
            </a:r>
            <a:r>
              <a:rPr lang="ru-RU"/>
              <a:t>всего ничейных партий</a:t>
            </a:r>
            <a:endParaRPr lang="ru-RU" dirty="0"/>
          </a:p>
          <a:p>
            <a:r>
              <a:rPr lang="ru-RU" dirty="0"/>
              <a:t>Процент турниров, в которых шахматист занял призовое место (победил)</a:t>
            </a:r>
            <a:endParaRPr lang="en-US" dirty="0"/>
          </a:p>
          <a:p>
            <a:r>
              <a:rPr lang="ru-RU" dirty="0"/>
              <a:t>Насколько вероятна ничья при определённом дебюте</a:t>
            </a:r>
          </a:p>
          <a:p>
            <a:r>
              <a:rPr lang="ru-RU" dirty="0"/>
              <a:t>Вероятность быстрой ничьи (менее 40 ходов) в текущем раунде если в предыдущем раунде шахматист проиграл и он играет белыми фигурами</a:t>
            </a:r>
          </a:p>
        </p:txBody>
      </p:sp>
    </p:spTree>
    <p:extLst>
      <p:ext uri="{BB962C8B-B14F-4D97-AF65-F5344CB8AC3E}">
        <p14:creationId xmlns:p14="http://schemas.microsoft.com/office/powerpoint/2010/main" val="393981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BE37-50BF-A9C1-7D8B-9E5A3E98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FE5CF-D0A5-7C15-73ED-692BCBD2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1FD2AA-E160-5B5D-F39A-D2C38BDD7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https://ratings.fide.com</a:t>
            </a:r>
            <a:endParaRPr lang="en-US" dirty="0"/>
          </a:p>
          <a:p>
            <a:r>
              <a:rPr lang="en-US" dirty="0">
                <a:hlinkClick r:id="rId3"/>
              </a:rPr>
              <a:t>https://lichess.org/fide</a:t>
            </a:r>
            <a:endParaRPr lang="en-US" dirty="0"/>
          </a:p>
          <a:p>
            <a:r>
              <a:rPr lang="en-US" dirty="0">
                <a:hlinkClick r:id="rId4"/>
              </a:rPr>
              <a:t>https://2700chess.com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5311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132</Words>
  <Application>Microsoft Office PowerPoint</Application>
  <PresentationFormat>Широкоэкранный</PresentationFormat>
  <Paragraphs>17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Шахматисты (FIDE)</vt:lpstr>
      <vt:lpstr>Предметная область</vt:lpstr>
      <vt:lpstr>Задачи для интеллектуального ассистента (примеры)</vt:lpstr>
      <vt:lpstr>Источники данных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Руслан Гадеев</dc:creator>
  <cp:lastModifiedBy>Руслан Гадеев</cp:lastModifiedBy>
  <cp:revision>54</cp:revision>
  <dcterms:created xsi:type="dcterms:W3CDTF">2025-11-18T13:32:21Z</dcterms:created>
  <dcterms:modified xsi:type="dcterms:W3CDTF">2025-12-02T16:56:56Z</dcterms:modified>
</cp:coreProperties>
</file>