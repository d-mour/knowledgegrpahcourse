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232fefec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232fefec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232fefec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232fefec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232fefec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232fefec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232fefec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232fefec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94fd84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994fd84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6717e86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6717e86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6717e86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6717e86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717e864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717e864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71c3dcf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71c3dcf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71c3dcf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71c3dcf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6717e8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6717e8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717e864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6717e864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datasets/trolukovich/world-of-warcraft-items-dataset?select=Held+In+Off-hand.csv" TargetMode="External"/><Relationship Id="rId4" Type="http://schemas.openxmlformats.org/officeDocument/2006/relationships/hyperlink" Target="http://u.g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 знаний для сборки предметов в игре World Of Warcraft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50"/>
            <a:ext cx="8222100" cy="10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Ильин Александр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Вердиев Фада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Хачатрян Геворк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Выбор темы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Богатый и понятный граф: классы → специализации → предметы → источники добычи → активности. Много натуральных узлов и связей, легко показать ценность графа знаний.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Доступность данных: есть открытые справочники предметов, логи боёв и гайды — достаточно для учебного ETL без NDA и платных подписок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/>
              <a:t>Интересно и близко аудитории</a:t>
            </a: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сущностей и связей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Сущности: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Класс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Специализация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Роль (DPS/Healer/Tank)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Предмет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Тринкет/Эффект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Энчант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Камень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Активность (Рейд/Подземелье/PvP)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Источник (босс/вендор/квест)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Связи: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Предмет —добывается_в→ Источник —находится_в→ Активность</a:t>
            </a:r>
            <a:b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Тринкет —синергирует_с→ Специализация</a:t>
            </a:r>
            <a:b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фрагмента графа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1536750"/>
            <a:ext cx="66960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Рекомендация актуальных предметов в текущем обновлении игры на основе текстового запроса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Анализ трендов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Навигация и поиск знаний</a:t>
            </a: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 информации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2663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World of Warcraft items kaggle dataset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Датасет со всеми предметами в игре и их характеристиками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068625" y="1352500"/>
            <a:ext cx="2767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u.gg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агрегированные рейтинги и билды с историческими данными.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Онтология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0125"/>
            <a:ext cx="3536424" cy="365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8125" y="1028612"/>
            <a:ext cx="5272950" cy="30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Граф знаний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74" y="1159675"/>
            <a:ext cx="6534075" cy="35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Sparql запросы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50" y="940473"/>
            <a:ext cx="6298324" cy="22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71881"/>
            <a:ext cx="4325376" cy="20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5828275" cy="24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8275" y="0"/>
            <a:ext cx="2233375" cy="469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19" y="1017800"/>
            <a:ext cx="3652200" cy="24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4524" y="646400"/>
            <a:ext cx="4260025" cy="348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Эмбеддинги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50" y="958000"/>
            <a:ext cx="4451375" cy="356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 итогам данного курса мы не только глубже познакомились с Protege и онтологиями, но и научились строить графы знаний, взаимодействовать с ними через Python, писать SPARQL запросы и векторизовать граф знаний при помощи PyTorch и PyKeen. А также благодаря эмбеддингам мы нашли неожиданные связи в данных.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