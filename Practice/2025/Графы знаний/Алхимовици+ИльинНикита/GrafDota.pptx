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10"/>
  </p:notesMasterIdLst>
  <p:handoutMasterIdLst>
    <p:handoutMasterId r:id="rId11"/>
  </p:handoutMasterIdLst>
  <p:sldIdLst>
    <p:sldId id="334" r:id="rId5"/>
    <p:sldId id="316" r:id="rId6"/>
    <p:sldId id="350" r:id="rId7"/>
    <p:sldId id="351" r:id="rId8"/>
    <p:sldId id="35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0" autoAdjust="0"/>
    <p:restoredTop sz="84967" autoAdjust="0"/>
  </p:normalViewPr>
  <p:slideViewPr>
    <p:cSldViewPr snapToGrid="0">
      <p:cViewPr varScale="1">
        <p:scale>
          <a:sx n="95" d="100"/>
          <a:sy n="95" d="100"/>
        </p:scale>
        <p:origin x="66" y="402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2025-09-16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2025-09-16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D4F55-58B3-6EEE-95EE-336FB6855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38BB5-245B-0E27-555D-8F1B78F7CD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995D7-AA2A-C93B-5785-BF665541B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420F9-E58F-12BA-941A-BEE6B2BDF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891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0A9AA-02A1-9033-A283-8A6C7B4C4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C2DDCE-3688-0C7A-3E0D-BFDD02731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1B431-0012-A64A-5175-9FD87EFAA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ED248-AC48-7F30-DE4B-9F95B07EA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380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u.dotabuff.com/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statdota.ru/" TargetMode="External"/><Relationship Id="rId5" Type="http://schemas.openxmlformats.org/officeDocument/2006/relationships/hyperlink" Target="https://www.dota2.com/" TargetMode="External"/><Relationship Id="rId4" Type="http://schemas.openxmlformats.org/officeDocument/2006/relationships/hyperlink" Target="https://www.opendota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/>
          <a:lstStyle/>
          <a:p>
            <a:r>
              <a:rPr lang="ru-RU" dirty="0"/>
              <a:t>Граф знаний по игре </a:t>
            </a:r>
            <a:r>
              <a:rPr lang="en-US" dirty="0" err="1"/>
              <a:t>dota</a:t>
            </a:r>
            <a:r>
              <a:rPr lang="en-US" dirty="0"/>
              <a:t>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22C8C1-622C-3AB3-5AF2-1466636FDE8C}"/>
              </a:ext>
            </a:extLst>
          </p:cNvPr>
          <p:cNvSpPr txBox="1"/>
          <p:nvPr/>
        </p:nvSpPr>
        <p:spPr>
          <a:xfrm>
            <a:off x="8531050" y="5637125"/>
            <a:ext cx="26581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Алхимовици Арсений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Ильин Никита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dirty="0"/>
              <a:t>Порог входа в игру очень большой,</a:t>
            </a:r>
            <a:br>
              <a:rPr lang="ru-RU" dirty="0"/>
            </a:br>
            <a:r>
              <a:rPr lang="ru-RU" dirty="0"/>
              <a:t>для новичка очень сложно выбрать правильного героя или правильный предмет в определенной игре.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Placeholder 7" descr="A collage of images of various objects&#10;&#10;AI-generated content may be incorrect.">
            <a:extLst>
              <a:ext uri="{FF2B5EF4-FFF2-40B4-BE49-F238E27FC236}">
                <a16:creationId xmlns:a16="http://schemas.microsoft.com/office/drawing/2014/main" id="{E2EBAF8D-5A3A-D2A9-477C-E32BF141B18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27602" r="2760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A8D7B-2A39-30E2-C8B4-D4C19707B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C673B-2448-0867-7E6B-EC899E361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/>
          <a:lstStyle/>
          <a:p>
            <a:r>
              <a:rPr lang="ru-RU" dirty="0"/>
              <a:t>Источники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9BBC8-824B-67FA-081F-A9086134F0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0609" y="3127248"/>
            <a:ext cx="6117381" cy="3017520"/>
          </a:xfrm>
        </p:spPr>
        <p:txBody>
          <a:bodyPr/>
          <a:lstStyle/>
          <a:p>
            <a:r>
              <a:rPr lang="en-US" dirty="0">
                <a:hlinkClick r:id="rId3"/>
              </a:rPr>
              <a:t>https://ru.dotabuff.com/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https://www.opendota.com</a:t>
            </a:r>
          </a:p>
          <a:p>
            <a:r>
              <a:rPr lang="en-US" dirty="0">
                <a:hlinkClick r:id="rId5"/>
              </a:rPr>
              <a:t>https://www.dota2.com/</a:t>
            </a:r>
            <a:endParaRPr lang="ru-RU" dirty="0"/>
          </a:p>
          <a:p>
            <a:r>
              <a:rPr lang="en-US" dirty="0">
                <a:hlinkClick r:id="rId6"/>
              </a:rPr>
              <a:t>https://statdota.ru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8" name="Picture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0E3FAC-4DA7-D3EB-25A3-9AF1A9ABAFB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7"/>
          <a:srcRect l="24899" r="2489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01112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BE8DC-EF61-BCA6-D726-17F676201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92D62-D180-51D6-8782-4E95D0CAB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данных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895E-ECCF-AD9D-B80E-27FF062F48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4" y="3161752"/>
            <a:ext cx="5918068" cy="3144965"/>
          </a:xfrm>
        </p:spPr>
        <p:txBody>
          <a:bodyPr/>
          <a:lstStyle/>
          <a:p>
            <a:r>
              <a:rPr lang="ru-RU" dirty="0"/>
              <a:t>Из источников можно легко получить списки предметов и героев на которых играют игроки с процентами побед.</a:t>
            </a:r>
          </a:p>
          <a:p>
            <a:r>
              <a:rPr lang="ru-RU" dirty="0"/>
              <a:t>Можно посмотреть что сейчас пользуется большим спросом среди про-игроков и на каких персонажах чаще выигрывают.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CCE23C-B5B7-2510-0680-2B031BF6F9E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22504" r="2250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32777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478F0-2611-E96C-1E75-9D7C00CA9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3928" y="-127023"/>
            <a:ext cx="5918072" cy="1030860"/>
          </a:xfrm>
        </p:spPr>
        <p:txBody>
          <a:bodyPr/>
          <a:lstStyle/>
          <a:p>
            <a:r>
              <a:rPr lang="ru-RU" dirty="0"/>
              <a:t>Анализ данных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69BB60-E1C6-51ED-AA5E-E6365C3C9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064" y="388407"/>
            <a:ext cx="5180831" cy="34676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48BE47-F4D7-525D-FE46-FA2E3385C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1" y="3840068"/>
            <a:ext cx="5999283" cy="30179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5D75A8-BB3A-FF5E-DC14-DDE0B5703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879" y="4168448"/>
            <a:ext cx="5265753" cy="25579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4C445E-9B47-245F-0249-17DEE51CD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7447" y="933652"/>
            <a:ext cx="5036616" cy="301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03036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D646E0-DCC8-4209-B539-AA58186B68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{D9F88749-0E21-4A87-B097-17D43672C6E6}tf89338750_win32</Template>
  <TotalTime>41</TotalTime>
  <Words>105</Words>
  <Application>Microsoft Office PowerPoint</Application>
  <PresentationFormat>Widescreen</PresentationFormat>
  <Paragraphs>17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Univers</vt:lpstr>
      <vt:lpstr>GradientVTI</vt:lpstr>
      <vt:lpstr>Граф знаний по игре dota 2</vt:lpstr>
      <vt:lpstr>Проблема</vt:lpstr>
      <vt:lpstr>Источники</vt:lpstr>
      <vt:lpstr>Анализ данных</vt:lpstr>
      <vt:lpstr>Анализ данных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Арсений Альхимович</dc:creator>
  <cp:lastModifiedBy>Арсений Альхимович</cp:lastModifiedBy>
  <cp:revision>1</cp:revision>
  <dcterms:created xsi:type="dcterms:W3CDTF">2025-09-16T11:14:54Z</dcterms:created>
  <dcterms:modified xsi:type="dcterms:W3CDTF">2025-09-16T11:56:42Z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