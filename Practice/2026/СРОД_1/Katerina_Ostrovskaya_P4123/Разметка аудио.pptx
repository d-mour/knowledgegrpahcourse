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D7FEB3-4C99-4CC4-AA0E-8DB692D7BB86}">
  <a:tblStyle styleId="{B5D7FEB3-4C99-4CC4-AA0E-8DB692D7BB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3a1bd7e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3a1bd7e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a1bd7e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a1bd7e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a1bd7ed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a1bd7ed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3a1bd7ed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3a1bd7ed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a1bd7ed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3a1bd7e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a1bd7ed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3a1bd7ed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a1bd7ed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3a1bd7ed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v=yDhT4UIzIIE" TargetMode="External"/><Relationship Id="rId4" Type="http://schemas.openxmlformats.org/officeDocument/2006/relationships/hyperlink" Target="https://www.youtube.com/watch?v=yDhT4UIzIIE" TargetMode="External"/><Relationship Id="rId5" Type="http://schemas.openxmlformats.org/officeDocument/2006/relationships/hyperlink" Target="https://www.youtube.com/watch?v=gaToiTn9WKU" TargetMode="External"/><Relationship Id="rId6" Type="http://schemas.openxmlformats.org/officeDocument/2006/relationships/hyperlink" Target="https://www.youtube.com/watch?v=yDhT4UIzIIE" TargetMode="External"/><Relationship Id="rId7" Type="http://schemas.openxmlformats.org/officeDocument/2006/relationships/hyperlink" Target="https://www.youtube.com/watch?v=3bY32eLS_m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557700" y="1131450"/>
            <a:ext cx="8028600" cy="14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680">
                <a:solidFill>
                  <a:srgbClr val="000000"/>
                </a:solidFill>
              </a:rPr>
              <a:t>Разметка </a:t>
            </a:r>
            <a:r>
              <a:rPr b="1" lang="ru" sz="3680"/>
              <a:t>аудио</a:t>
            </a:r>
            <a:r>
              <a:rPr b="1" lang="ru" sz="3680">
                <a:solidFill>
                  <a:srgbClr val="000000"/>
                </a:solidFill>
              </a:rPr>
              <a:t> модальности</a:t>
            </a:r>
            <a:endParaRPr b="1" sz="3680"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7050" y="2571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595959"/>
                </a:solidFill>
              </a:rPr>
              <a:t>Аллергенность кошек и собак</a:t>
            </a:r>
            <a:endParaRPr sz="2500">
              <a:solidFill>
                <a:srgbClr val="595959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7050" y="4018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rgbClr val="595959"/>
                </a:solidFill>
              </a:rPr>
              <a:t>Катерина Островская</a:t>
            </a:r>
            <a:endParaRPr sz="2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42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120"/>
              <a:t>Разметка аудио</a:t>
            </a:r>
            <a:endParaRPr b="1" sz="2120"/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374600" y="88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{B5D7FEB3-4C99-4CC4-AA0E-8DB692D7BB86}</a:tableStyleId>
              </a:tblPr>
              <a:tblGrid>
                <a:gridCol w="1948725"/>
                <a:gridCol w="1569350"/>
                <a:gridCol w="2001650"/>
                <a:gridCol w="2875075"/>
              </a:tblGrid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файл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метка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источник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100"/>
                        <a:t>упоминание симптомов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maltese_poodle.wav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dk1"/>
                          </a:solidFill>
                        </a:rPr>
                        <a:t>гипоаллергенный</a:t>
                      </a:r>
                      <a:endParaRPr sz="1100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hlink"/>
                          </a:solidFill>
                          <a:hlinkClick r:id="rId3"/>
                        </a:rPr>
                        <a:t>https://www.youtube.com/watch?v=yDhT4UIzIIE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bishon-frize.wav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/>
                        <a:t>гипоаллергенный</a:t>
                      </a:r>
                      <a:endParaRPr sz="1100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hlink"/>
                          </a:solidFill>
                          <a:hlinkClick r:id="rId4"/>
                        </a:rPr>
                        <a:t>https://www.youtube.com/watch?v=yDhT4UIzIIE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Golden-Retrievers_allergy_mention.wav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/>
                        <a:t>аллергенный</a:t>
                      </a:r>
                      <a:endParaRPr sz="1100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hlink"/>
                          </a:solidFill>
                          <a:hlinkClick r:id="rId5"/>
                        </a:rPr>
                        <a:t>https://www.youtube.com/watch?v=gaToiTn9WKU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Golden Retrievers shed a lot and produce a significant amount of dander which can trigger allergies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shi-tzu.wav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dk1"/>
                          </a:solidFill>
                        </a:rPr>
                        <a:t>гипоаллергенный</a:t>
                      </a:r>
                      <a:endParaRPr sz="1100" u="sng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hlink"/>
                          </a:solidFill>
                          <a:hlinkClick r:id="rId6"/>
                        </a:rPr>
                        <a:t>https://www.youtube.com/watch?v=yDhT4UIzIIE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1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corgi.mp3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dk1"/>
                          </a:solidFill>
                        </a:rPr>
                        <a:t>аллергенный</a:t>
                      </a:r>
                      <a:endParaRPr sz="1100" u="sng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u="sng">
                          <a:solidFill>
                            <a:schemeClr val="hlink"/>
                          </a:solidFill>
                          <a:hlinkClick r:id="rId7"/>
                        </a:rPr>
                        <a:t>https://www.youtube.com/watch?v=3bY32eLS_ms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/>
                        <a:t>A lot of dander, a tendancy to drool, their saliva contains allergenic proteins, that can cause itching eatery eyes, sneezing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Транскрибация с whisper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4"/>
            <a:ext cx="7487851" cy="1369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317600" y="1685100"/>
            <a:ext cx="7488000" cy="7146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451975" y="1152475"/>
            <a:ext cx="2670900" cy="188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На выходе txt, json, etc.</a:t>
            </a:r>
            <a:endParaRPr b="1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675" y="938525"/>
            <a:ext cx="6563550" cy="194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950" y="2770250"/>
            <a:ext cx="6835000" cy="181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текстом в INCEpTION. Golden retriever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25" y="1067824"/>
            <a:ext cx="6993724" cy="378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98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bishon-frize.txt, maltese_poodle.txt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50" y="856225"/>
            <a:ext cx="7081526" cy="21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650" y="2961925"/>
            <a:ext cx="7505449" cy="19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shi-tzu.txt</a:t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50" y="1017725"/>
            <a:ext cx="8839203" cy="3307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4112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corgi.txt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425" y="305525"/>
            <a:ext cx="7348550" cy="464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