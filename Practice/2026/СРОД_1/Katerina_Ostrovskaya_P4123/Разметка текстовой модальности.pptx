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092cc4f4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092cc4f4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092cc4f4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092cc4f4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092cc4f4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092cc4f4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092cc4f4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092cc4f4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092cc4f4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092cc4f4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092cc4f4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092cc4f4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55825" y="1393825"/>
            <a:ext cx="8028600" cy="144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4080"/>
              <a:t>Разметка текстовой модальности</a:t>
            </a:r>
            <a:endParaRPr b="1" sz="40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/>
              <a:t>Аллергенность кошек и собак</a:t>
            </a:r>
            <a:endParaRPr sz="25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67050" y="4018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Катерина Островская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Аннотационная схема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325" y="1267174"/>
            <a:ext cx="8347349" cy="28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7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doc_001_poodle.txt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75" y="940725"/>
            <a:ext cx="743076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doc_002_golden_retriever.txt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75" y="1017725"/>
            <a:ext cx="730165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doc_003_siberian_cat.txt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525" y="1017725"/>
            <a:ext cx="6734749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doc_004_persian_cat.txt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25" y="1017725"/>
            <a:ext cx="7733374" cy="368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doc_005_british_shorthair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25" y="1017725"/>
            <a:ext cx="8126824" cy="32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