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648"/>
    <a:srgbClr val="5EAAAE"/>
    <a:srgbClr val="1529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6" autoAdjust="0"/>
    <p:restoredTop sz="94660"/>
  </p:normalViewPr>
  <p:slideViewPr>
    <p:cSldViewPr snapToGrid="0">
      <p:cViewPr>
        <p:scale>
          <a:sx n="25" d="100"/>
          <a:sy n="25" d="100"/>
        </p:scale>
        <p:origin x="3072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95590-A210-15D1-332C-6BFF18972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0FE640-F930-0AF2-42C7-4591F4F26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B2A463-82B7-0D7D-7C01-10B48AEC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D7FF5D-1E5E-2D2C-660B-D07CAD88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46F8C9-CB6D-9916-60FC-284B03D7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270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B817C-4340-390F-BC16-D5E799CB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0AB273-69B0-87A9-88BF-CE6267CED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451D13-B636-69D8-4871-C6DA2DB8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64B0E3-2FA9-6A00-D88D-56ACF386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785BCA-9F90-6800-F051-790234F5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98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9DD93-815A-EA06-0104-756CA242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1075DF-EEF8-E20B-B823-A47DC9A51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A7AA25-C39C-3B58-8429-98E86B1E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CE0475-879F-E2D2-BCA1-762E1042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213A0A-90FE-37A4-4B3A-AC62EC01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45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A2A96-D7E0-E2C8-6E36-758E944C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6BDE8-6567-3D30-4E7A-DF6F758A1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BA07D0-365B-8172-75C3-31FB08D1B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07C244-028A-369C-35D1-8A97457A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C3B483-BCDF-18B2-9F74-8F5E8CEC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F2079C-7404-0BBE-7D8E-680FE76A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38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51FA3-A6B7-320B-D374-C992F143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005976-DDCB-4E31-D497-BBCA77252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C573E3-6A63-15D6-D85F-EF9BEFF5F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1A47D3-405F-CD86-901C-C73FCEC78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F1B409-72CF-546D-B28A-AEE4F591A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3EE0FFC-598A-9483-9FA1-A404CE9D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8AAB42-C836-3D30-504D-27ADDE04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CE4885-3234-F700-360B-828D339C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949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FAE0D-A2BE-0290-E982-E40AC381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F2DAA8-39C2-1DF3-7AEF-CEE0BE26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39167-4793-F56C-5073-4CD1501C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EF75FB-A140-179E-6501-296FFEF9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2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7749BC-031B-BBBE-6B02-CEEB4648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88923F-7B78-30FC-A2D1-51E438F4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5BB411-A63A-1A41-D24F-40C809D5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74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3816E-EF1F-5740-CAD2-D2378A71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A9902-DC67-AA35-6468-8717CC5E5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F8BEE0-C2F5-FA92-83AB-A418FBD24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B030A4-2C5C-3D64-0DF4-32799AED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0C9539-4701-23DB-B3F8-F7EF9E3B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31937A-919F-3831-DDAD-1AB51033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47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A0338-BD20-67C6-AB7A-C04E5D1C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3498285-E85D-D9B9-0842-0167B79BF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943F8E-7F1B-5D2E-E36C-69BE45538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22E869-6F77-18AE-C64C-BE8597C7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655464-FF7E-6D61-3662-34C93386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3F0820-3226-00C4-0088-2D838F2E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464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76E67-5AFC-DD21-92EE-560475AD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DDCFA8-BC65-D99A-4016-18F9BEB8F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458690-1442-FE8D-A88B-041B480B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EF6C5-88E8-D6A2-3BEA-C945CBA4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DAE007-C728-F361-7D03-F49CA0AC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52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3D964D1-CBFE-0ECC-11F9-655C3C54D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6DB740-2ABF-96AD-32BE-233F69D7A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E86559-60E3-BBD6-62CC-645651C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6A5643-C36A-5578-53E4-D4D74F7FF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608460-4075-D8E8-0D51-EF157C28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9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C7542-FC64-BFDB-FE80-F90EDF3E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011CAB-CB23-7601-28E9-23990D267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115AB0-3F1D-3C96-1C39-7F50E0422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42135-75BF-4688-858D-B032B5C9440C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5F2B4F-1454-0864-C47E-BFB247F40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8BD934-5CFB-181C-2533-B5F6C91FE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05ABB-6BA9-4EE2-A685-BADD9C2E2C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58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Rectangle 1055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B1CC5AF2-CF01-7EB0-C635-9A6A1B02C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721"/>
          <a:stretch>
            <a:fillRect/>
          </a:stretch>
        </p:blipFill>
        <p:spPr bwMode="auto">
          <a:xfrm>
            <a:off x="20" y="10"/>
            <a:ext cx="121889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2F158-AAB1-1F50-85DA-64B3E734F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chemeClr val="bg1"/>
                </a:solidFill>
              </a:rPr>
              <a:t>Разметка датасета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19CE42-C532-56E6-8736-438BE5C6A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Minecraft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58" name="sketchy line">
            <a:extLst>
              <a:ext uri="{FF2B5EF4-FFF2-40B4-BE49-F238E27FC236}">
                <a16:creationId xmlns:a16="http://schemas.microsoft.com/office/drawing/2014/main" id="{DEF0EFD6-A3C2-4C94-A80A-BA9709D99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6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FB1C-CFC7-78D1-B7B4-04415E71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68636D4-0202-7135-BA5C-EE16C57A3E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94FA6C2-302B-105D-FFD8-CA44D8DED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557" y="682390"/>
            <a:ext cx="5311936" cy="275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inecraft Zombies - ScalaCube">
            <a:extLst>
              <a:ext uri="{FF2B5EF4-FFF2-40B4-BE49-F238E27FC236}">
                <a16:creationId xmlns:a16="http://schemas.microsoft.com/office/drawing/2014/main" id="{0BA7EC7B-E7AD-3432-9BD1-100B7FC3B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452" y="1089540"/>
            <a:ext cx="5311936" cy="295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What do cows eat in Minecraft? - ScalaCube">
            <a:extLst>
              <a:ext uri="{FF2B5EF4-FFF2-40B4-BE49-F238E27FC236}">
                <a16:creationId xmlns:a16="http://schemas.microsoft.com/office/drawing/2014/main" id="{98F375F6-F504-9DC7-0229-CA1037851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476" y="1542047"/>
            <a:ext cx="5529262" cy="311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necraft Skeletons - ScalaCube">
            <a:extLst>
              <a:ext uri="{FF2B5EF4-FFF2-40B4-BE49-F238E27FC236}">
                <a16:creationId xmlns:a16="http://schemas.microsoft.com/office/drawing/2014/main" id="{CDBF752E-42AE-29C4-4ACF-D36C8FF03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6" y="2134946"/>
            <a:ext cx="5712618" cy="321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ubble Column – Minecraft Wiki">
            <a:extLst>
              <a:ext uri="{FF2B5EF4-FFF2-40B4-BE49-F238E27FC236}">
                <a16:creationId xmlns:a16="http://schemas.microsoft.com/office/drawing/2014/main" id="{032845A1-AE6C-2819-40C4-F90072879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411783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Bubble Column – Minecraft Wiki">
            <a:extLst>
              <a:ext uri="{FF2B5EF4-FFF2-40B4-BE49-F238E27FC236}">
                <a16:creationId xmlns:a16="http://schemas.microsoft.com/office/drawing/2014/main" id="{F43B7454-EB4D-6CBF-B33C-6DAF48945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81604" y="40974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Bubble Column – Minecraft Wiki">
            <a:extLst>
              <a:ext uri="{FF2B5EF4-FFF2-40B4-BE49-F238E27FC236}">
                <a16:creationId xmlns:a16="http://schemas.microsoft.com/office/drawing/2014/main" id="{4BD4DBCE-541C-434B-3276-F43118A2F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9869019" y="-1019003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174875D5-250F-FF5F-43A6-5D98F2BA5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8819952" y="661506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0A5B808B-001B-F433-EAD8-08040A17B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84832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Bubble Column – Minecraft Wiki">
            <a:extLst>
              <a:ext uri="{FF2B5EF4-FFF2-40B4-BE49-F238E27FC236}">
                <a16:creationId xmlns:a16="http://schemas.microsoft.com/office/drawing/2014/main" id="{0BE988B8-B8C3-B10B-D7BE-1CB4C7CE7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089" y="794754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DD5511D0-56D0-65D8-5D02-65CA97DC4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012" y="991202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9974FF8E-252E-CF64-69F7-40DDAA200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757361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ubble Column – Minecraft Wiki">
            <a:extLst>
              <a:ext uri="{FF2B5EF4-FFF2-40B4-BE49-F238E27FC236}">
                <a16:creationId xmlns:a16="http://schemas.microsoft.com/office/drawing/2014/main" id="{4D2C9C1F-7861-9592-479B-05BDEDB85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45037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2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u"/>
      </p:transition>
    </mc:Choice>
    <mc:Fallback xmlns="">
      <p:transition spd="slow">
        <p:pull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D3F9-436C-0341-712E-E7A7930A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454AB0-C539-2785-C04F-61E7FD9AE5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4CD6572-7E3F-98DC-800A-A3B23C39E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557" y="682390"/>
            <a:ext cx="5311936" cy="275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inecraft Zombies - ScalaCube">
            <a:extLst>
              <a:ext uri="{FF2B5EF4-FFF2-40B4-BE49-F238E27FC236}">
                <a16:creationId xmlns:a16="http://schemas.microsoft.com/office/drawing/2014/main" id="{39E580B3-AA72-4116-85EE-548A9BDAB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452" y="1089540"/>
            <a:ext cx="5311936" cy="295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What do cows eat in Minecraft? - ScalaCube">
            <a:extLst>
              <a:ext uri="{FF2B5EF4-FFF2-40B4-BE49-F238E27FC236}">
                <a16:creationId xmlns:a16="http://schemas.microsoft.com/office/drawing/2014/main" id="{04139F3A-D4BB-1013-EE82-8472DF62A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476" y="1542047"/>
            <a:ext cx="5529262" cy="311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necraft Skeletons - ScalaCube">
            <a:extLst>
              <a:ext uri="{FF2B5EF4-FFF2-40B4-BE49-F238E27FC236}">
                <a16:creationId xmlns:a16="http://schemas.microsoft.com/office/drawing/2014/main" id="{8016BCA8-AE47-4984-A5CF-B31A5CE8B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22" y="5309994"/>
            <a:ext cx="5712618" cy="321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ubble Column – Minecraft Wiki">
            <a:extLst>
              <a:ext uri="{FF2B5EF4-FFF2-40B4-BE49-F238E27FC236}">
                <a16:creationId xmlns:a16="http://schemas.microsoft.com/office/drawing/2014/main" id="{9A5F3A60-FB74-A04C-5772-210985FC4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297" y="-122517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Bubble Column – Minecraft Wiki">
            <a:extLst>
              <a:ext uri="{FF2B5EF4-FFF2-40B4-BE49-F238E27FC236}">
                <a16:creationId xmlns:a16="http://schemas.microsoft.com/office/drawing/2014/main" id="{F9C8B8C6-8EE3-FD41-2340-461386F2C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401" flipH="1">
            <a:off x="-625338" y="-2887212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Bubble Column – Minecraft Wiki">
            <a:extLst>
              <a:ext uri="{FF2B5EF4-FFF2-40B4-BE49-F238E27FC236}">
                <a16:creationId xmlns:a16="http://schemas.microsoft.com/office/drawing/2014/main" id="{E3C923A4-151B-B17E-3906-9616F1484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39791">
            <a:off x="9578301" y="-375335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657AC15E-DC78-213D-FA2E-7755B5395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9029697" y="445405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29C15AAB-3483-5A55-681F-8D23950EE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84832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Bubble Column – Minecraft Wiki">
            <a:extLst>
              <a:ext uri="{FF2B5EF4-FFF2-40B4-BE49-F238E27FC236}">
                <a16:creationId xmlns:a16="http://schemas.microsoft.com/office/drawing/2014/main" id="{C0FEE5CD-7791-3D23-2A3E-785F43214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276697" y="4560082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B467C43D-0959-86F0-A5E8-DD5BD07FB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012" y="991202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0EC73BAA-4EC8-46AD-D332-DB4E2CA49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757361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ubble Column – Minecraft Wiki">
            <a:extLst>
              <a:ext uri="{FF2B5EF4-FFF2-40B4-BE49-F238E27FC236}">
                <a16:creationId xmlns:a16="http://schemas.microsoft.com/office/drawing/2014/main" id="{79737B3A-1F20-2264-59C7-741F9429C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45037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842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943B-C412-2325-EDE6-BE52E69C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88862A-AACF-6E3D-640D-15686E8F1B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3FF9897-5859-14BD-AB7C-6B48721A0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557" y="682390"/>
            <a:ext cx="5311936" cy="275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inecraft Zombies - ScalaCube">
            <a:extLst>
              <a:ext uri="{FF2B5EF4-FFF2-40B4-BE49-F238E27FC236}">
                <a16:creationId xmlns:a16="http://schemas.microsoft.com/office/drawing/2014/main" id="{1535D5DE-F0F5-FEB2-9321-075BAF1E5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452" y="1089540"/>
            <a:ext cx="5311936" cy="295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necraft Skeletons - ScalaCube">
            <a:extLst>
              <a:ext uri="{FF2B5EF4-FFF2-40B4-BE49-F238E27FC236}">
                <a16:creationId xmlns:a16="http://schemas.microsoft.com/office/drawing/2014/main" id="{457CA5C2-9ED8-AAAC-99B7-654F9B15E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22" y="5309994"/>
            <a:ext cx="5712618" cy="321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ubble Column – Minecraft Wiki">
            <a:extLst>
              <a:ext uri="{FF2B5EF4-FFF2-40B4-BE49-F238E27FC236}">
                <a16:creationId xmlns:a16="http://schemas.microsoft.com/office/drawing/2014/main" id="{87DD1E81-67B0-1FF9-95DD-E4C753862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86859">
            <a:off x="7783125" y="-326077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Bubble Column – Minecraft Wiki">
            <a:extLst>
              <a:ext uri="{FF2B5EF4-FFF2-40B4-BE49-F238E27FC236}">
                <a16:creationId xmlns:a16="http://schemas.microsoft.com/office/drawing/2014/main" id="{32202125-D568-6904-F6EF-D7235F501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401" flipH="1">
            <a:off x="-625338" y="-2887212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Bubble Column – Minecraft Wiki">
            <a:extLst>
              <a:ext uri="{FF2B5EF4-FFF2-40B4-BE49-F238E27FC236}">
                <a16:creationId xmlns:a16="http://schemas.microsoft.com/office/drawing/2014/main" id="{FDED4462-3DE3-CB75-9F0F-A2E3384F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39791">
            <a:off x="9578301" y="-375335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7B97E9B1-E8D2-6306-6A7E-7F430A3D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68883">
            <a:off x="9066158" y="-31012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5360AA2B-D586-D9AB-8EE1-144CE053D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367" y="548791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96D7906B-0815-2555-0836-88F69104B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8203" y="9789484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DB448DC9-26A2-A832-2143-5A188C58F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044230" flipH="1">
            <a:off x="-774836" y="5170426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What do cows eat in Minecraft? - ScalaCube">
            <a:extLst>
              <a:ext uri="{FF2B5EF4-FFF2-40B4-BE49-F238E27FC236}">
                <a16:creationId xmlns:a16="http://schemas.microsoft.com/office/drawing/2014/main" id="{FE2CBC56-6BA8-E588-1DFB-79272BB1A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462" y="4787693"/>
            <a:ext cx="5529262" cy="311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2" descr="Bubble Column – Minecraft Wiki">
            <a:extLst>
              <a:ext uri="{FF2B5EF4-FFF2-40B4-BE49-F238E27FC236}">
                <a16:creationId xmlns:a16="http://schemas.microsoft.com/office/drawing/2014/main" id="{7129E1EE-BE49-91E9-D3AE-5F8A291FF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416" y="8910472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2" descr="Bubble Column – Minecraft Wiki">
            <a:extLst>
              <a:ext uri="{FF2B5EF4-FFF2-40B4-BE49-F238E27FC236}">
                <a16:creationId xmlns:a16="http://schemas.microsoft.com/office/drawing/2014/main" id="{B010AC96-DB95-6C51-26FE-EAFCE9ED2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1867" y="91906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Bubble Column – Minecraft Wiki">
            <a:extLst>
              <a:ext uri="{FF2B5EF4-FFF2-40B4-BE49-F238E27FC236}">
                <a16:creationId xmlns:a16="http://schemas.microsoft.com/office/drawing/2014/main" id="{C803FE15-DF8C-31C5-9BB0-CA7AE4C6B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342" y="1124310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Bubble Column – Minecraft Wiki">
            <a:extLst>
              <a:ext uri="{FF2B5EF4-FFF2-40B4-BE49-F238E27FC236}">
                <a16:creationId xmlns:a16="http://schemas.microsoft.com/office/drawing/2014/main" id="{A87D293E-8BEA-19F6-98A8-D04DA7397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576055" y="3091702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895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9FA1-4197-7E68-C8AA-2D827165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470627-7E7B-F69C-E370-6C3D306700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ED726BB-4302-785D-08B8-54817FE92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557" y="682390"/>
            <a:ext cx="5311936" cy="275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necraft Skeletons - ScalaCube">
            <a:extLst>
              <a:ext uri="{FF2B5EF4-FFF2-40B4-BE49-F238E27FC236}">
                <a16:creationId xmlns:a16="http://schemas.microsoft.com/office/drawing/2014/main" id="{5407415D-FE6C-BE05-F037-3BCD6CC30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22" y="5309994"/>
            <a:ext cx="5712618" cy="321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ubble Column – Minecraft Wiki">
            <a:extLst>
              <a:ext uri="{FF2B5EF4-FFF2-40B4-BE49-F238E27FC236}">
                <a16:creationId xmlns:a16="http://schemas.microsoft.com/office/drawing/2014/main" id="{A3D81448-FD28-6945-4613-3C181A789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86859">
            <a:off x="7783125" y="-326077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Bubble Column – Minecraft Wiki">
            <a:extLst>
              <a:ext uri="{FF2B5EF4-FFF2-40B4-BE49-F238E27FC236}">
                <a16:creationId xmlns:a16="http://schemas.microsoft.com/office/drawing/2014/main" id="{1CADED76-F541-4D1B-E792-A941E73D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8401" flipH="1">
            <a:off x="-625338" y="-2887212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Bubble Column – Minecraft Wiki">
            <a:extLst>
              <a:ext uri="{FF2B5EF4-FFF2-40B4-BE49-F238E27FC236}">
                <a16:creationId xmlns:a16="http://schemas.microsoft.com/office/drawing/2014/main" id="{DE5D6AFD-889A-3A5F-4CB8-C12A7D538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39791">
            <a:off x="9578301" y="-375335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D6A80B4B-83EE-2A29-387F-3360E74D1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68883">
            <a:off x="9066158" y="-31012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AF01CBDF-303B-AD62-3AF8-BFABCD948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431244" y="5103318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42FABA9A-4D44-4D3F-EB7E-4FD29399F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2504" y="1122909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What do cows eat in Minecraft? - ScalaCube">
            <a:extLst>
              <a:ext uri="{FF2B5EF4-FFF2-40B4-BE49-F238E27FC236}">
                <a16:creationId xmlns:a16="http://schemas.microsoft.com/office/drawing/2014/main" id="{0F5FC262-F1F0-4ECE-4F2E-20E41B38F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462" y="4787693"/>
            <a:ext cx="5529262" cy="311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2" descr="Bubble Column – Minecraft Wiki">
            <a:extLst>
              <a:ext uri="{FF2B5EF4-FFF2-40B4-BE49-F238E27FC236}">
                <a16:creationId xmlns:a16="http://schemas.microsoft.com/office/drawing/2014/main" id="{D6D8E985-3FFC-2D45-EDFE-88DD048DE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962" y="476430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Bubble Column – Minecraft Wiki">
            <a:extLst>
              <a:ext uri="{FF2B5EF4-FFF2-40B4-BE49-F238E27FC236}">
                <a16:creationId xmlns:a16="http://schemas.microsoft.com/office/drawing/2014/main" id="{0F9BB492-41D0-C8A9-35AC-C13F89D33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299" y="549523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Bubble Column – Minecraft Wiki">
            <a:extLst>
              <a:ext uri="{FF2B5EF4-FFF2-40B4-BE49-F238E27FC236}">
                <a16:creationId xmlns:a16="http://schemas.microsoft.com/office/drawing/2014/main" id="{EFDD9E5B-5584-0AD3-6662-B0C13D525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625339" y="-944771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inecraft Zombies - ScalaCube">
            <a:extLst>
              <a:ext uri="{FF2B5EF4-FFF2-40B4-BE49-F238E27FC236}">
                <a16:creationId xmlns:a16="http://schemas.microsoft.com/office/drawing/2014/main" id="{52DC995E-78FD-9A1E-B649-2BFB905CE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41" y="3903689"/>
            <a:ext cx="5311936" cy="295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4E96723-B077-B42B-9A66-ADB3783447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1694" y="2955015"/>
            <a:ext cx="3840531" cy="2332672"/>
          </a:xfrm>
          <a:prstGeom prst="rect">
            <a:avLst/>
          </a:prstGeom>
        </p:spPr>
      </p:pic>
      <p:pic>
        <p:nvPicPr>
          <p:cNvPr id="2" name="Picture 12" descr="Bubble Column – Minecraft Wiki">
            <a:extLst>
              <a:ext uri="{FF2B5EF4-FFF2-40B4-BE49-F238E27FC236}">
                <a16:creationId xmlns:a16="http://schemas.microsoft.com/office/drawing/2014/main" id="{3E2BDB98-67D0-259F-17FA-B7EB85CFF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64241">
            <a:off x="8503678" y="3521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666955A7-BE06-5687-7794-BCF697238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55107">
            <a:off x="6445298" y="28907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903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CC3F-DCB0-4DAB-ECBE-3EC2C00D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C28091-F697-8659-8B7B-9F5E2D97B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00D051D3-AD88-DAFE-D960-319E0F5BD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8819952" y="661506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32C5FDB3-1282-1206-1FB5-59749B3D5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84832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Bubble Column – Minecraft Wiki">
            <a:extLst>
              <a:ext uri="{FF2B5EF4-FFF2-40B4-BE49-F238E27FC236}">
                <a16:creationId xmlns:a16="http://schemas.microsoft.com/office/drawing/2014/main" id="{84A08B3E-3EEF-C775-9E89-E1A01D855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089" y="794754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36D0B5AF-AECD-90D8-46B3-78508A58F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012" y="991202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EAAA3A0A-E273-57E7-D640-30CFD2388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757361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ubble Column – Minecraft Wiki">
            <a:extLst>
              <a:ext uri="{FF2B5EF4-FFF2-40B4-BE49-F238E27FC236}">
                <a16:creationId xmlns:a16="http://schemas.microsoft.com/office/drawing/2014/main" id="{43C714F3-A801-240D-FBB3-607E21147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45037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291B4F-45CB-F40F-EB8B-4C337DAAD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430" y="172764"/>
            <a:ext cx="7250947" cy="651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4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u"/>
      </p:transition>
    </mc:Choice>
    <mc:Fallback xmlns="">
      <p:transition spd="slow">
        <p:pull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A7EA-4791-8528-FFAD-483BE6346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93FC7B-09BA-A311-8266-CBC71C3872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591E7456-4B6B-1E60-6D31-9DD5267F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8819952" y="661506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0FE8510D-3CF3-1621-720F-B665088F3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84832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Bubble Column – Minecraft Wiki">
            <a:extLst>
              <a:ext uri="{FF2B5EF4-FFF2-40B4-BE49-F238E27FC236}">
                <a16:creationId xmlns:a16="http://schemas.microsoft.com/office/drawing/2014/main" id="{09F47EA0-273F-AAC5-9E17-44464F578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089" y="794754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BC281D41-C3C6-B583-0CD6-B775810E7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012" y="991202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3114A50A-C15D-97A5-9643-659685038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757361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ubble Column – Minecraft Wiki">
            <a:extLst>
              <a:ext uri="{FF2B5EF4-FFF2-40B4-BE49-F238E27FC236}">
                <a16:creationId xmlns:a16="http://schemas.microsoft.com/office/drawing/2014/main" id="{D5843B9C-DA95-B457-4970-5BC6BDE6D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45037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951EA3-32BF-9F06-6BB7-8BBA7E929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565" y="-155050"/>
            <a:ext cx="8498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0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u"/>
      </p:transition>
    </mc:Choice>
    <mc:Fallback xmlns="">
      <p:transition spd="slow">
        <p:pull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826C-C894-3FA2-D24E-E32D3CB6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75FC938-8F43-5C50-2963-CF646E0C1E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074F06A1-E71E-1577-4815-E2F9A0781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8819952" y="661506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7FD8D9EA-5E8E-330C-0435-FD02CAF93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84832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Bubble Column – Minecraft Wiki">
            <a:extLst>
              <a:ext uri="{FF2B5EF4-FFF2-40B4-BE49-F238E27FC236}">
                <a16:creationId xmlns:a16="http://schemas.microsoft.com/office/drawing/2014/main" id="{640F6CC8-856D-6FE6-2684-F8DD5EF7B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089" y="794754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48EA23D2-52BB-A9E2-6DE6-C0C1E5675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012" y="991202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73A4E2B4-99EC-F944-2AA6-F1D10BB69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757361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ubble Column – Minecraft Wiki">
            <a:extLst>
              <a:ext uri="{FF2B5EF4-FFF2-40B4-BE49-F238E27FC236}">
                <a16:creationId xmlns:a16="http://schemas.microsoft.com/office/drawing/2014/main" id="{0FA0906B-3346-9763-5246-32C16200C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45037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7378C0-FA10-88C6-5F54-E08C6AFD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455" y="0"/>
            <a:ext cx="8297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1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u"/>
      </p:transition>
    </mc:Choice>
    <mc:Fallback xmlns="">
      <p:transition spd="slow">
        <p:pull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B8C1-8FA2-4CA2-591D-4D3487F2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DF8576-238D-70B0-100E-6631D0D2AD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4223FF8E-4C1C-54FF-A4A0-0A3EAD64F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8819952" y="661506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96A188B9-D73C-2D69-DF99-8C3156A6E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84832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Bubble Column – Minecraft Wiki">
            <a:extLst>
              <a:ext uri="{FF2B5EF4-FFF2-40B4-BE49-F238E27FC236}">
                <a16:creationId xmlns:a16="http://schemas.microsoft.com/office/drawing/2014/main" id="{9BBC0950-D941-1C53-D1E6-838F9C877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089" y="794754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E4DDFF0A-CED9-C541-B848-9D8BB7F45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012" y="991202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086F8874-A0EF-6F4A-C506-ED38062F9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757361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ubble Column – Minecraft Wiki">
            <a:extLst>
              <a:ext uri="{FF2B5EF4-FFF2-40B4-BE49-F238E27FC236}">
                <a16:creationId xmlns:a16="http://schemas.microsoft.com/office/drawing/2014/main" id="{CE4A7084-1F29-D96E-DA09-66C2E3079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45037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319A66-D31C-4074-092B-787563B14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335"/>
            <a:ext cx="12192000" cy="615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u"/>
      </p:transition>
    </mc:Choice>
    <mc:Fallback xmlns="">
      <p:transition spd="slow">
        <p:pull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583B-A3CB-F49E-0313-86691F75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EBE330E-7AFC-3517-F393-D6E67F632A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Picture 12" descr="Bubble Column – Minecraft Wiki">
            <a:extLst>
              <a:ext uri="{FF2B5EF4-FFF2-40B4-BE49-F238E27FC236}">
                <a16:creationId xmlns:a16="http://schemas.microsoft.com/office/drawing/2014/main" id="{F6FBD477-3E93-0946-3997-B09217991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56491">
            <a:off x="8819952" y="661506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Bubble Column – Minecraft Wiki">
            <a:extLst>
              <a:ext uri="{FF2B5EF4-FFF2-40B4-BE49-F238E27FC236}">
                <a16:creationId xmlns:a16="http://schemas.microsoft.com/office/drawing/2014/main" id="{8331F84F-F41E-00D1-3BA5-0010F954D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551" y="84832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Bubble Column – Minecraft Wiki">
            <a:extLst>
              <a:ext uri="{FF2B5EF4-FFF2-40B4-BE49-F238E27FC236}">
                <a16:creationId xmlns:a16="http://schemas.microsoft.com/office/drawing/2014/main" id="{FC703192-4CF5-E345-9AD0-C855D5B15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089" y="794754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Bubble Column – Minecraft Wiki">
            <a:extLst>
              <a:ext uri="{FF2B5EF4-FFF2-40B4-BE49-F238E27FC236}">
                <a16:creationId xmlns:a16="http://schemas.microsoft.com/office/drawing/2014/main" id="{5BAA0A3E-6E58-D9F2-8802-CE24C5412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8012" y="9912027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" descr="Bubble Column – Minecraft Wiki">
            <a:extLst>
              <a:ext uri="{FF2B5EF4-FFF2-40B4-BE49-F238E27FC236}">
                <a16:creationId xmlns:a16="http://schemas.microsoft.com/office/drawing/2014/main" id="{27A31E85-5B28-32D9-2697-0966BEF48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757361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Bubble Column – Minecraft Wiki">
            <a:extLst>
              <a:ext uri="{FF2B5EF4-FFF2-40B4-BE49-F238E27FC236}">
                <a16:creationId xmlns:a16="http://schemas.microsoft.com/office/drawing/2014/main" id="{1BF9B5F2-D379-D6AE-250D-146A2ADEE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45037" y="9376290"/>
            <a:ext cx="3018837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6440F0-C1C0-D675-4BEA-77E29D42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760"/>
            <a:ext cx="12192000" cy="62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5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u"/>
      </p:transition>
    </mc:Choice>
    <mc:Fallback xmlns="">
      <p:transition spd="slow">
        <p:pull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2896-EB30-820D-42CD-5CE43619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9CBA0C-70AF-18CE-43AC-0BB914EEB3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6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0093FE-9392-E456-6871-0ED2C52B6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744"/>
            <a:ext cx="12192000" cy="501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2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u"/>
      </p:transition>
    </mc:Choice>
    <mc:Fallback xmlns="">
      <p:transition spd="slow">
        <p:pull dir="u"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</Words>
  <Application>Microsoft Office PowerPoint</Application>
  <PresentationFormat>Широкоэкранный</PresentationFormat>
  <Paragraphs>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Разметка датасета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Шалимов Иван Александрович</dc:creator>
  <cp:lastModifiedBy>Шалимов Иван Александрович</cp:lastModifiedBy>
  <cp:revision>2</cp:revision>
  <dcterms:created xsi:type="dcterms:W3CDTF">2026-03-03T15:27:01Z</dcterms:created>
  <dcterms:modified xsi:type="dcterms:W3CDTF">2026-04-25T19:46:13Z</dcterms:modified>
</cp:coreProperties>
</file>